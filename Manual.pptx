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2"/>
  </p:notesMasterIdLst>
  <p:sldIdLst>
    <p:sldId id="256" r:id="rId2"/>
    <p:sldId id="257" r:id="rId3"/>
    <p:sldId id="258" r:id="rId4"/>
    <p:sldId id="271" r:id="rId5"/>
    <p:sldId id="259" r:id="rId6"/>
    <p:sldId id="260" r:id="rId7"/>
    <p:sldId id="272" r:id="rId8"/>
    <p:sldId id="273" r:id="rId9"/>
    <p:sldId id="274" r:id="rId10"/>
    <p:sldId id="275" r:id="rId11"/>
    <p:sldId id="261" r:id="rId12"/>
    <p:sldId id="262" r:id="rId13"/>
    <p:sldId id="263" r:id="rId14"/>
    <p:sldId id="264" r:id="rId15"/>
    <p:sldId id="268" r:id="rId16"/>
    <p:sldId id="269" r:id="rId17"/>
    <p:sldId id="270" r:id="rId18"/>
    <p:sldId id="265" r:id="rId19"/>
    <p:sldId id="266" r:id="rId20"/>
    <p:sldId id="267" r:id="rId21"/>
  </p:sldIdLst>
  <p:sldSz cx="12192000" cy="6858000"/>
  <p:notesSz cx="6858000" cy="9144000"/>
  <p:embeddedFontLst>
    <p:embeddedFont>
      <p:font typeface="Noto Sans JP" panose="020B0600070205080204" charset="-128"/>
      <p:regular r:id="rId23"/>
      <p:bold r:id="rId24"/>
    </p:embeddedFont>
    <p:embeddedFont>
      <p:font typeface="Lato" panose="020F0502020204030203" pitchFamily="34" charset="0"/>
      <p:regular r:id="rId25"/>
      <p:bold r:id="rId26"/>
      <p:italic r:id="rId27"/>
      <p:boldItalic r:id="rId28"/>
    </p:embeddedFont>
    <p:embeddedFont>
      <p:font typeface="Noto Serif JP" panose="02020200000000000000" pitchFamily="18" charset="-128"/>
      <p:regular r:id="rId29"/>
      <p:bold r:id="rId30"/>
    </p:embeddedFont>
    <p:embeddedFont>
      <p:font typeface="Poppins" panose="00000500000000000000" pitchFamily="2" charset="0"/>
      <p:regular r:id="rId31"/>
      <p:bold r:id="rId32"/>
      <p:italic r:id="rId33"/>
      <p:boldItalic r:id="rId34"/>
    </p:embeddedFont>
    <p:embeddedFont>
      <p:font typeface="Poppins SemiBold" panose="00000700000000000000" pitchFamily="2"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3B13E00-24BA-47F0-805F-7E6D0E3C9D00}">
  <a:tblStyle styleId="{13B13E00-24BA-47F0-805F-7E6D0E3C9D00}"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12.fntdata"/><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font" Target="fonts/font1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8" name="Google Shape;108;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8" name="Google Shape;138;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 name="Google Shape;11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 name="Google Shape;15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4" name="Google Shape;174;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4" name="Google Shape;144;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2" name="Google Shape;15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2" name="Google Shape;182;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2" name="Google Shape;202;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1" name="Google Shape;211;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4" name="Google Shape;224;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8.png"/><Relationship Id="rId7"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37.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7.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8.png"/><Relationship Id="rId7" Type="http://schemas.openxmlformats.org/officeDocument/2006/relationships/image" Target="../media/image41.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 Id="rId9" Type="http://schemas.openxmlformats.org/officeDocument/2006/relationships/image" Target="../media/image43.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46.png"/><Relationship Id="rId4" Type="http://schemas.openxmlformats.org/officeDocument/2006/relationships/image" Target="../media/image45.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5" name="Google Shape;85;p13"/>
          <p:cNvSpPr txBox="1"/>
          <p:nvPr/>
        </p:nvSpPr>
        <p:spPr>
          <a:xfrm>
            <a:off x="571500" y="2232719"/>
            <a:ext cx="11601450" cy="1828193"/>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5400" b="1" i="0" u="none" strike="noStrike" cap="none" dirty="0">
                <a:solidFill>
                  <a:srgbClr val="10B981"/>
                </a:solidFill>
                <a:latin typeface="Poppins"/>
                <a:ea typeface="Poppins"/>
                <a:cs typeface="Poppins"/>
                <a:sym typeface="Poppins"/>
              </a:rPr>
              <a:t>Speed Quiz</a:t>
            </a:r>
            <a:br>
              <a:rPr lang="en-US" sz="1800" b="0" i="0" u="none" strike="noStrike" cap="none" dirty="0">
                <a:solidFill>
                  <a:schemeClr val="dk1"/>
                </a:solidFill>
                <a:latin typeface="Calibri"/>
                <a:ea typeface="Calibri"/>
                <a:cs typeface="Calibri"/>
                <a:sym typeface="Calibri"/>
              </a:rPr>
            </a:br>
            <a:r>
              <a:rPr lang="en-US" sz="5400" b="1" i="0" u="none" strike="noStrike" cap="none" dirty="0">
                <a:solidFill>
                  <a:srgbClr val="10B981"/>
                </a:solidFill>
                <a:latin typeface="Poppins"/>
                <a:ea typeface="Poppins"/>
                <a:cs typeface="Poppins"/>
                <a:sym typeface="Poppins"/>
              </a:rPr>
              <a:t> Administrator Manual</a:t>
            </a:r>
            <a:endParaRPr dirty="0"/>
          </a:p>
        </p:txBody>
      </p:sp>
      <p:sp>
        <p:nvSpPr>
          <p:cNvPr id="86" name="Google Shape;86;p13"/>
          <p:cNvSpPr txBox="1"/>
          <p:nvPr/>
        </p:nvSpPr>
        <p:spPr>
          <a:xfrm>
            <a:off x="571500" y="3931741"/>
            <a:ext cx="11049000" cy="517065"/>
          </a:xfrm>
          <a:prstGeom prst="rect">
            <a:avLst/>
          </a:prstGeom>
          <a:noFill/>
          <a:ln>
            <a:noFill/>
          </a:ln>
        </p:spPr>
        <p:txBody>
          <a:bodyPr spcFirstLastPara="1" wrap="square" lIns="0" tIns="0" rIns="0" bIns="0" anchor="t" anchorCtr="0">
            <a:spAutoFit/>
          </a:bodyPr>
          <a:lstStyle/>
          <a:p>
            <a:pPr marL="0" marR="0" lvl="0" indent="0" algn="l" rtl="0">
              <a:lnSpc>
                <a:spcPct val="159952"/>
              </a:lnSpc>
              <a:spcBef>
                <a:spcPts val="0"/>
              </a:spcBef>
              <a:spcAft>
                <a:spcPts val="0"/>
              </a:spcAft>
              <a:buNone/>
            </a:pPr>
            <a:r>
              <a:rPr lang="en-US" sz="2100" b="0" i="0" u="none" strike="noStrike" cap="none" dirty="0" err="1">
                <a:solidFill>
                  <a:srgbClr val="94A3B8"/>
                </a:solidFill>
                <a:latin typeface="Lato"/>
                <a:ea typeface="Lato"/>
                <a:cs typeface="Lato"/>
                <a:sym typeface="Lato"/>
              </a:rPr>
              <a:t>クイズ大会システム</a:t>
            </a:r>
            <a:r>
              <a:rPr lang="en-US" sz="2100" b="0" i="0" u="none" strike="noStrike" cap="none" dirty="0">
                <a:solidFill>
                  <a:srgbClr val="94A3B8"/>
                </a:solidFill>
                <a:latin typeface="Lato"/>
                <a:ea typeface="Lato"/>
                <a:cs typeface="Lato"/>
                <a:sym typeface="Lato"/>
              </a:rPr>
              <a:t> </a:t>
            </a:r>
            <a:r>
              <a:rPr lang="en-US" sz="2100" b="0" i="0" u="none" strike="noStrike" cap="none" dirty="0" err="1">
                <a:solidFill>
                  <a:srgbClr val="94A3B8"/>
                </a:solidFill>
                <a:latin typeface="Lato"/>
                <a:ea typeface="Lato"/>
                <a:cs typeface="Lato"/>
                <a:sym typeface="Lato"/>
              </a:rPr>
              <a:t>運営・操作ガイド</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90"/>
        <p:cNvGrpSpPr/>
        <p:nvPr/>
      </p:nvGrpSpPr>
      <p:grpSpPr>
        <a:xfrm>
          <a:off x="0" y="0"/>
          <a:ext cx="0" cy="0"/>
          <a:chOff x="0" y="0"/>
          <a:chExt cx="0" cy="0"/>
        </a:xfrm>
      </p:grpSpPr>
      <p:pic>
        <p:nvPicPr>
          <p:cNvPr id="91" name="Google Shape;91;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92" name="Google Shape;92;p14" descr="image.png"/>
          <p:cNvPicPr preferRelativeResize="0"/>
          <p:nvPr/>
        </p:nvPicPr>
        <p:blipFill rotWithShape="1">
          <a:blip r:embed="rId4">
            <a:alphaModFix/>
          </a:blip>
          <a:srcRect/>
          <a:stretch/>
        </p:blipFill>
        <p:spPr>
          <a:xfrm>
            <a:off x="571500" y="2087165"/>
            <a:ext cx="3492549" cy="3750468"/>
          </a:xfrm>
          <a:prstGeom prst="rect">
            <a:avLst/>
          </a:prstGeom>
          <a:noFill/>
          <a:ln>
            <a:noFill/>
          </a:ln>
        </p:spPr>
      </p:pic>
      <p:pic>
        <p:nvPicPr>
          <p:cNvPr id="93" name="Google Shape;93;p14" descr="image.png"/>
          <p:cNvPicPr preferRelativeResize="0"/>
          <p:nvPr/>
        </p:nvPicPr>
        <p:blipFill rotWithShape="1">
          <a:blip r:embed="rId5">
            <a:alphaModFix/>
          </a:blip>
          <a:srcRect/>
          <a:stretch/>
        </p:blipFill>
        <p:spPr>
          <a:xfrm>
            <a:off x="4349799" y="2087165"/>
            <a:ext cx="3492549" cy="3750468"/>
          </a:xfrm>
          <a:prstGeom prst="rect">
            <a:avLst/>
          </a:prstGeom>
          <a:noFill/>
          <a:ln>
            <a:noFill/>
          </a:ln>
        </p:spPr>
      </p:pic>
      <p:pic>
        <p:nvPicPr>
          <p:cNvPr id="94" name="Google Shape;94;p14" descr="image.png"/>
          <p:cNvPicPr preferRelativeResize="0"/>
          <p:nvPr/>
        </p:nvPicPr>
        <p:blipFill rotWithShape="1">
          <a:blip r:embed="rId6">
            <a:alphaModFix/>
          </a:blip>
          <a:srcRect/>
          <a:stretch/>
        </p:blipFill>
        <p:spPr>
          <a:xfrm>
            <a:off x="8128099" y="2087165"/>
            <a:ext cx="3492549" cy="3750468"/>
          </a:xfrm>
          <a:prstGeom prst="rect">
            <a:avLst/>
          </a:prstGeom>
          <a:noFill/>
          <a:ln>
            <a:noFill/>
          </a:ln>
        </p:spPr>
      </p:pic>
      <p:sp>
        <p:nvSpPr>
          <p:cNvPr id="95" name="Google Shape;95;p14"/>
          <p:cNvSpPr txBox="1"/>
          <p:nvPr/>
        </p:nvSpPr>
        <p:spPr>
          <a:xfrm>
            <a:off x="962025" y="3287315"/>
            <a:ext cx="2847074"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F8FAFC"/>
                </a:solidFill>
                <a:latin typeface="Poppins"/>
                <a:ea typeface="Poppins"/>
                <a:cs typeface="Poppins"/>
                <a:sym typeface="Poppins"/>
              </a:rPr>
              <a:t>管理者パネル</a:t>
            </a:r>
            <a:endParaRPr/>
          </a:p>
        </p:txBody>
      </p:sp>
      <p:sp>
        <p:nvSpPr>
          <p:cNvPr id="96" name="Google Shape;96;p14"/>
          <p:cNvSpPr txBox="1"/>
          <p:nvPr/>
        </p:nvSpPr>
        <p:spPr>
          <a:xfrm>
            <a:off x="962025" y="3896915"/>
            <a:ext cx="2711499" cy="1340643"/>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CBD5E1"/>
                </a:solidFill>
                <a:latin typeface="Lato"/>
                <a:ea typeface="Lato"/>
                <a:cs typeface="Lato"/>
                <a:sym typeface="Lato"/>
              </a:rPr>
              <a:t>問題の登録、クイズの開始・進行、データの初期化を行います。運営の心臓部です。</a:t>
            </a:r>
            <a:endParaRPr/>
          </a:p>
        </p:txBody>
      </p:sp>
      <p:sp>
        <p:nvSpPr>
          <p:cNvPr id="97" name="Google Shape;97;p14"/>
          <p:cNvSpPr txBox="1"/>
          <p:nvPr/>
        </p:nvSpPr>
        <p:spPr>
          <a:xfrm>
            <a:off x="4740324" y="3287315"/>
            <a:ext cx="2847074"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F8FAFC"/>
                </a:solidFill>
                <a:latin typeface="Poppins"/>
                <a:ea typeface="Poppins"/>
                <a:cs typeface="Poppins"/>
                <a:sym typeface="Poppins"/>
              </a:rPr>
              <a:t>会場スクリーン</a:t>
            </a:r>
            <a:endParaRPr/>
          </a:p>
        </p:txBody>
      </p:sp>
      <p:sp>
        <p:nvSpPr>
          <p:cNvPr id="98" name="Google Shape;98;p14"/>
          <p:cNvSpPr txBox="1"/>
          <p:nvPr/>
        </p:nvSpPr>
        <p:spPr>
          <a:xfrm>
            <a:off x="4740324" y="3896915"/>
            <a:ext cx="2711499" cy="1340643"/>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CBD5E1"/>
                </a:solidFill>
                <a:latin typeface="Lato"/>
                <a:ea typeface="Lato"/>
                <a:cs typeface="Lato"/>
                <a:sym typeface="Lato"/>
              </a:rPr>
              <a:t>プロジェクター等で投影。QRコード、参加者一覧、クイズ画面、結果を表示します。</a:t>
            </a:r>
            <a:endParaRPr/>
          </a:p>
        </p:txBody>
      </p:sp>
      <p:sp>
        <p:nvSpPr>
          <p:cNvPr id="99" name="Google Shape;99;p14"/>
          <p:cNvSpPr txBox="1"/>
          <p:nvPr/>
        </p:nvSpPr>
        <p:spPr>
          <a:xfrm>
            <a:off x="8518624" y="3287315"/>
            <a:ext cx="2847074"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F8FAFC"/>
                </a:solidFill>
                <a:latin typeface="Poppins"/>
                <a:ea typeface="Poppins"/>
                <a:cs typeface="Poppins"/>
                <a:sym typeface="Poppins"/>
              </a:rPr>
              <a:t>参加者スマホ</a:t>
            </a:r>
            <a:endParaRPr/>
          </a:p>
        </p:txBody>
      </p:sp>
      <p:sp>
        <p:nvSpPr>
          <p:cNvPr id="100" name="Google Shape;100;p14"/>
          <p:cNvSpPr txBox="1"/>
          <p:nvPr/>
        </p:nvSpPr>
        <p:spPr>
          <a:xfrm>
            <a:off x="8518624" y="3896915"/>
            <a:ext cx="2711499" cy="100548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CBD5E1"/>
                </a:solidFill>
                <a:latin typeface="Lato"/>
                <a:ea typeface="Lato"/>
                <a:cs typeface="Lato"/>
                <a:sym typeface="Lato"/>
              </a:rPr>
              <a:t>h.htmlを使用。自分の名前でログインし、4択ボタンで回答を送信します。</a:t>
            </a:r>
            <a:endParaRPr/>
          </a:p>
        </p:txBody>
      </p:sp>
      <p:pic>
        <p:nvPicPr>
          <p:cNvPr id="101" name="Google Shape;101;p14" descr="image.png"/>
          <p:cNvPicPr preferRelativeResize="0"/>
          <p:nvPr/>
        </p:nvPicPr>
        <p:blipFill rotWithShape="1">
          <a:blip r:embed="rId7">
            <a:alphaModFix/>
          </a:blip>
          <a:srcRect/>
          <a:stretch/>
        </p:blipFill>
        <p:spPr>
          <a:xfrm>
            <a:off x="962025" y="2525315"/>
            <a:ext cx="600075" cy="476250"/>
          </a:xfrm>
          <a:prstGeom prst="rect">
            <a:avLst/>
          </a:prstGeom>
          <a:noFill/>
          <a:ln>
            <a:noFill/>
          </a:ln>
        </p:spPr>
      </p:pic>
      <p:pic>
        <p:nvPicPr>
          <p:cNvPr id="102" name="Google Shape;102;p14" descr="image.png"/>
          <p:cNvPicPr preferRelativeResize="0"/>
          <p:nvPr/>
        </p:nvPicPr>
        <p:blipFill rotWithShape="1">
          <a:blip r:embed="rId8">
            <a:alphaModFix/>
          </a:blip>
          <a:srcRect/>
          <a:stretch/>
        </p:blipFill>
        <p:spPr>
          <a:xfrm>
            <a:off x="4740324" y="2525315"/>
            <a:ext cx="533400" cy="476250"/>
          </a:xfrm>
          <a:prstGeom prst="rect">
            <a:avLst/>
          </a:prstGeom>
          <a:noFill/>
          <a:ln>
            <a:noFill/>
          </a:ln>
        </p:spPr>
      </p:pic>
      <p:pic>
        <p:nvPicPr>
          <p:cNvPr id="103" name="Google Shape;103;p14" descr="image.png"/>
          <p:cNvPicPr preferRelativeResize="0"/>
          <p:nvPr/>
        </p:nvPicPr>
        <p:blipFill rotWithShape="1">
          <a:blip r:embed="rId9">
            <a:alphaModFix/>
          </a:blip>
          <a:srcRect/>
          <a:stretch/>
        </p:blipFill>
        <p:spPr>
          <a:xfrm>
            <a:off x="8518624" y="2525315"/>
            <a:ext cx="361950" cy="476250"/>
          </a:xfrm>
          <a:prstGeom prst="rect">
            <a:avLst/>
          </a:prstGeom>
          <a:noFill/>
          <a:ln>
            <a:noFill/>
          </a:ln>
        </p:spPr>
      </p:pic>
      <p:sp>
        <p:nvSpPr>
          <p:cNvPr id="104" name="Google Shape;104;p14"/>
          <p:cNvSpPr txBox="1"/>
          <p:nvPr/>
        </p:nvSpPr>
        <p:spPr>
          <a:xfrm>
            <a:off x="800100" y="571500"/>
            <a:ext cx="11361420" cy="685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0" i="0" u="none" strike="noStrike" cap="none">
                <a:solidFill>
                  <a:srgbClr val="F8FAFC"/>
                </a:solidFill>
                <a:latin typeface="Poppins SemiBold"/>
                <a:ea typeface="Poppins SemiBold"/>
                <a:cs typeface="Poppins SemiBold"/>
                <a:sym typeface="Poppins SemiBold"/>
              </a:rPr>
              <a:t>システム構成と役割</a:t>
            </a:r>
            <a:endParaRPr/>
          </a:p>
        </p:txBody>
      </p:sp>
      <p:sp>
        <p:nvSpPr>
          <p:cNvPr id="105" name="Google Shape;105;p14"/>
          <p:cNvSpPr/>
          <p:nvPr/>
        </p:nvSpPr>
        <p:spPr>
          <a:xfrm>
            <a:off x="571500" y="571500"/>
            <a:ext cx="76200" cy="6858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109"/>
        <p:cNvGrpSpPr/>
        <p:nvPr/>
      </p:nvGrpSpPr>
      <p:grpSpPr>
        <a:xfrm>
          <a:off x="0" y="0"/>
          <a:ext cx="0" cy="0"/>
          <a:chOff x="0" y="0"/>
          <a:chExt cx="0" cy="0"/>
        </a:xfrm>
      </p:grpSpPr>
      <p:pic>
        <p:nvPicPr>
          <p:cNvPr id="110" name="Google Shape;110;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11" name="Google Shape;111;p15"/>
          <p:cNvSpPr/>
          <p:nvPr/>
        </p:nvSpPr>
        <p:spPr>
          <a:xfrm>
            <a:off x="5524500" y="2386905"/>
            <a:ext cx="1143000" cy="5715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2" name="Google Shape;112;p15"/>
          <p:cNvSpPr txBox="1"/>
          <p:nvPr/>
        </p:nvSpPr>
        <p:spPr>
          <a:xfrm>
            <a:off x="295275" y="2729805"/>
            <a:ext cx="11601450" cy="1143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u="none" strike="noStrike" cap="none">
                <a:solidFill>
                  <a:srgbClr val="F8FAFC"/>
                </a:solidFill>
                <a:latin typeface="Poppins"/>
                <a:ea typeface="Poppins"/>
                <a:cs typeface="Poppins"/>
                <a:sym typeface="Poppins"/>
              </a:rPr>
              <a:t>Phase 1: 事前準備</a:t>
            </a:r>
            <a:endParaRPr/>
          </a:p>
        </p:txBody>
      </p:sp>
      <p:sp>
        <p:nvSpPr>
          <p:cNvPr id="113" name="Google Shape;113;p15"/>
          <p:cNvSpPr txBox="1"/>
          <p:nvPr/>
        </p:nvSpPr>
        <p:spPr>
          <a:xfrm>
            <a:off x="571500" y="4063305"/>
            <a:ext cx="11049000" cy="426690"/>
          </a:xfrm>
          <a:prstGeom prst="rect">
            <a:avLst/>
          </a:prstGeom>
          <a:noFill/>
          <a:ln>
            <a:noFill/>
          </a:ln>
        </p:spPr>
        <p:txBody>
          <a:bodyPr spcFirstLastPara="1" wrap="square" lIns="0" tIns="0" rIns="0" bIns="0" anchor="t" anchorCtr="0">
            <a:spAutoFit/>
          </a:bodyPr>
          <a:lstStyle/>
          <a:p>
            <a:pPr marL="0" marR="0" lvl="0" indent="0" algn="ctr" rtl="0">
              <a:lnSpc>
                <a:spcPct val="159952"/>
              </a:lnSpc>
              <a:spcBef>
                <a:spcPts val="0"/>
              </a:spcBef>
              <a:spcAft>
                <a:spcPts val="0"/>
              </a:spcAft>
              <a:buNone/>
            </a:pPr>
            <a:r>
              <a:rPr lang="en-US" sz="2100" b="0" i="0" u="none" strike="noStrike" cap="none">
                <a:solidFill>
                  <a:srgbClr val="94A3B8"/>
                </a:solidFill>
                <a:latin typeface="Lato"/>
                <a:ea typeface="Lato"/>
                <a:cs typeface="Lato"/>
                <a:sym typeface="Lato"/>
              </a:rPr>
              <a:t>問題作成と環境設定</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pic>
        <p:nvPicPr>
          <p:cNvPr id="140" name="Google Shape;140;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1" name="Google Shape;141;p18" descr="image.png"/>
          <p:cNvPicPr preferRelativeResize="0"/>
          <p:nvPr/>
        </p:nvPicPr>
        <p:blipFill rotWithShape="1">
          <a:blip r:embed="rId4">
            <a:alphaModFix/>
          </a:blip>
          <a:srcRect/>
          <a:stretch/>
        </p:blipFill>
        <p:spPr>
          <a:xfrm>
            <a:off x="571500" y="1729680"/>
            <a:ext cx="3492549" cy="3771900"/>
          </a:xfrm>
          <a:prstGeom prst="rect">
            <a:avLst/>
          </a:prstGeom>
          <a:noFill/>
          <a:ln>
            <a:noFill/>
          </a:ln>
        </p:spPr>
      </p:pic>
      <p:pic>
        <p:nvPicPr>
          <p:cNvPr id="142" name="Google Shape;142;p18" descr="image.png"/>
          <p:cNvPicPr preferRelativeResize="0"/>
          <p:nvPr/>
        </p:nvPicPr>
        <p:blipFill rotWithShape="1">
          <a:blip r:embed="rId5">
            <a:alphaModFix/>
          </a:blip>
          <a:srcRect/>
          <a:stretch/>
        </p:blipFill>
        <p:spPr>
          <a:xfrm>
            <a:off x="4349799" y="1729680"/>
            <a:ext cx="3492549" cy="3771900"/>
          </a:xfrm>
          <a:prstGeom prst="rect">
            <a:avLst/>
          </a:prstGeom>
          <a:noFill/>
          <a:ln>
            <a:noFill/>
          </a:ln>
        </p:spPr>
      </p:pic>
      <p:pic>
        <p:nvPicPr>
          <p:cNvPr id="143" name="Google Shape;143;p18" descr="image.png"/>
          <p:cNvPicPr preferRelativeResize="0"/>
          <p:nvPr/>
        </p:nvPicPr>
        <p:blipFill rotWithShape="1">
          <a:blip r:embed="rId6">
            <a:alphaModFix/>
          </a:blip>
          <a:srcRect/>
          <a:stretch/>
        </p:blipFill>
        <p:spPr>
          <a:xfrm>
            <a:off x="8128099" y="1729680"/>
            <a:ext cx="3492549" cy="3771900"/>
          </a:xfrm>
          <a:prstGeom prst="rect">
            <a:avLst/>
          </a:prstGeom>
          <a:noFill/>
          <a:ln>
            <a:noFill/>
          </a:ln>
        </p:spPr>
      </p:pic>
      <p:sp>
        <p:nvSpPr>
          <p:cNvPr id="144" name="Google Shape;144;p18"/>
          <p:cNvSpPr txBox="1"/>
          <p:nvPr/>
        </p:nvSpPr>
        <p:spPr>
          <a:xfrm>
            <a:off x="571500" y="476250"/>
            <a:ext cx="11601450" cy="58668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600" b="1" i="0" u="none" strike="noStrike" cap="none">
                <a:solidFill>
                  <a:srgbClr val="FFFFFF"/>
                </a:solidFill>
                <a:latin typeface="Noto Sans JP"/>
                <a:ea typeface="Noto Sans JP"/>
                <a:cs typeface="Noto Sans JP"/>
                <a:sym typeface="Noto Sans JP"/>
              </a:rPr>
              <a:t>システムを構成する3つの画面</a:t>
            </a:r>
            <a:endParaRPr/>
          </a:p>
        </p:txBody>
      </p:sp>
      <p:sp>
        <p:nvSpPr>
          <p:cNvPr id="145" name="Google Shape;145;p18"/>
          <p:cNvSpPr/>
          <p:nvPr/>
        </p:nvSpPr>
        <p:spPr>
          <a:xfrm>
            <a:off x="571500" y="1120080"/>
            <a:ext cx="11049000" cy="38100"/>
          </a:xfrm>
          <a:prstGeom prst="rect">
            <a:avLst/>
          </a:prstGeom>
          <a:solidFill>
            <a:srgbClr val="3498D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6" name="Google Shape;146;p18"/>
          <p:cNvSpPr txBox="1"/>
          <p:nvPr/>
        </p:nvSpPr>
        <p:spPr>
          <a:xfrm>
            <a:off x="771525" y="4215705"/>
            <a:ext cx="3092499"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1" i="0" u="none" strike="noStrike" cap="none">
                <a:solidFill>
                  <a:srgbClr val="3498DB"/>
                </a:solidFill>
                <a:latin typeface="Noto Sans JP"/>
                <a:ea typeface="Noto Sans JP"/>
                <a:cs typeface="Noto Sans JP"/>
                <a:sym typeface="Noto Sans JP"/>
              </a:rPr>
              <a:t>① 管理画面 (PC)</a:t>
            </a:r>
            <a:endParaRPr/>
          </a:p>
        </p:txBody>
      </p:sp>
      <p:sp>
        <p:nvSpPr>
          <p:cNvPr id="147" name="Google Shape;147;p18"/>
          <p:cNvSpPr txBox="1"/>
          <p:nvPr/>
        </p:nvSpPr>
        <p:spPr>
          <a:xfrm>
            <a:off x="702701" y="4615755"/>
            <a:ext cx="3206947" cy="36933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0" i="0" u="none" strike="noStrike" cap="none" dirty="0" err="1">
                <a:solidFill>
                  <a:srgbClr val="AAAAAA"/>
                </a:solidFill>
                <a:latin typeface="Noto Sans JP"/>
                <a:ea typeface="Noto Sans JP"/>
                <a:cs typeface="Noto Sans JP"/>
                <a:sym typeface="Noto Sans JP"/>
              </a:rPr>
              <a:t>司会者の手元で操作する司令塔。問題設定、進行ボタン、回答状況・順位の確認を行います</a:t>
            </a:r>
            <a:r>
              <a:rPr lang="en-US" sz="1200" b="0" i="0" u="none" strike="noStrike" cap="none" dirty="0">
                <a:solidFill>
                  <a:srgbClr val="AAAAAA"/>
                </a:solidFill>
                <a:latin typeface="Noto Sans JP"/>
                <a:ea typeface="Noto Sans JP"/>
                <a:cs typeface="Noto Sans JP"/>
                <a:sym typeface="Noto Sans JP"/>
              </a:rPr>
              <a:t>。</a:t>
            </a:r>
            <a:endParaRPr dirty="0"/>
          </a:p>
        </p:txBody>
      </p:sp>
      <p:sp>
        <p:nvSpPr>
          <p:cNvPr id="148" name="Google Shape;148;p18"/>
          <p:cNvSpPr txBox="1"/>
          <p:nvPr/>
        </p:nvSpPr>
        <p:spPr>
          <a:xfrm>
            <a:off x="4549824" y="4215705"/>
            <a:ext cx="3092499"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1" i="0" u="none" strike="noStrike" cap="none">
                <a:solidFill>
                  <a:srgbClr val="F1C40F"/>
                </a:solidFill>
                <a:latin typeface="Noto Sans JP"/>
                <a:ea typeface="Noto Sans JP"/>
                <a:cs typeface="Noto Sans JP"/>
                <a:sym typeface="Noto Sans JP"/>
              </a:rPr>
              <a:t>② 会場スクリーン (プロジェクター)</a:t>
            </a:r>
            <a:endParaRPr/>
          </a:p>
        </p:txBody>
      </p:sp>
      <p:sp>
        <p:nvSpPr>
          <p:cNvPr id="149" name="Google Shape;149;p18"/>
          <p:cNvSpPr txBox="1"/>
          <p:nvPr/>
        </p:nvSpPr>
        <p:spPr>
          <a:xfrm>
            <a:off x="4549824" y="4615755"/>
            <a:ext cx="3092499" cy="6858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0" i="0" u="none" strike="noStrike" cap="none">
                <a:solidFill>
                  <a:srgbClr val="AAAAAA"/>
                </a:solidFill>
                <a:latin typeface="Noto Sans JP"/>
                <a:ea typeface="Noto Sans JP"/>
                <a:cs typeface="Noto Sans JP"/>
                <a:sym typeface="Noto Sans JP"/>
              </a:rPr>
              <a:t>参加者全員が見る大画面。QRコード、問題文、制限時間タイマー、マトリクス表を映し出します。</a:t>
            </a:r>
            <a:endParaRPr/>
          </a:p>
        </p:txBody>
      </p:sp>
      <p:sp>
        <p:nvSpPr>
          <p:cNvPr id="150" name="Google Shape;150;p18"/>
          <p:cNvSpPr txBox="1"/>
          <p:nvPr/>
        </p:nvSpPr>
        <p:spPr>
          <a:xfrm>
            <a:off x="8328124" y="4215705"/>
            <a:ext cx="3092499"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1" i="0" u="none" strike="noStrike" cap="none">
                <a:solidFill>
                  <a:srgbClr val="2ECC71"/>
                </a:solidFill>
                <a:latin typeface="Noto Sans JP"/>
                <a:ea typeface="Noto Sans JP"/>
                <a:cs typeface="Noto Sans JP"/>
                <a:sym typeface="Noto Sans JP"/>
              </a:rPr>
              <a:t>③ 参加者スマホ</a:t>
            </a:r>
            <a:endParaRPr/>
          </a:p>
        </p:txBody>
      </p:sp>
      <p:sp>
        <p:nvSpPr>
          <p:cNvPr id="151" name="Google Shape;151;p18"/>
          <p:cNvSpPr txBox="1"/>
          <p:nvPr/>
        </p:nvSpPr>
        <p:spPr>
          <a:xfrm>
            <a:off x="8288796" y="4615755"/>
            <a:ext cx="3165786" cy="55399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0" i="0" u="none" strike="noStrike" cap="none" dirty="0" err="1">
                <a:solidFill>
                  <a:srgbClr val="AAAAAA"/>
                </a:solidFill>
                <a:latin typeface="Noto Sans JP"/>
                <a:ea typeface="Noto Sans JP"/>
                <a:cs typeface="Noto Sans JP"/>
                <a:sym typeface="Noto Sans JP"/>
              </a:rPr>
              <a:t>各チームの回答用リモコン。自撮り写真の撮影と、選択肢</a:t>
            </a:r>
            <a:r>
              <a:rPr lang="en-US" sz="1200" b="0" i="0" u="none" strike="noStrike" cap="none" dirty="0">
                <a:solidFill>
                  <a:srgbClr val="AAAAAA"/>
                </a:solidFill>
                <a:latin typeface="Noto Sans JP"/>
                <a:ea typeface="Noto Sans JP"/>
                <a:cs typeface="Noto Sans JP"/>
                <a:sym typeface="Noto Sans JP"/>
              </a:rPr>
              <a:t>(A〜G)</a:t>
            </a:r>
            <a:r>
              <a:rPr lang="en-US" sz="1200" b="0" i="0" u="none" strike="noStrike" cap="none" dirty="0" err="1">
                <a:solidFill>
                  <a:srgbClr val="AAAAAA"/>
                </a:solidFill>
                <a:latin typeface="Noto Sans JP"/>
                <a:ea typeface="Noto Sans JP"/>
                <a:cs typeface="Noto Sans JP"/>
                <a:sym typeface="Noto Sans JP"/>
              </a:rPr>
              <a:t>のスピード送信を行います</a:t>
            </a:r>
            <a:r>
              <a:rPr lang="en-US" sz="1200" b="0" i="0" u="none" strike="noStrike" cap="none" dirty="0">
                <a:solidFill>
                  <a:srgbClr val="AAAAAA"/>
                </a:solidFill>
                <a:latin typeface="Noto Sans JP"/>
                <a:ea typeface="Noto Sans JP"/>
                <a:cs typeface="Noto Sans JP"/>
                <a:sym typeface="Noto Sans JP"/>
              </a:rPr>
              <a:t>。</a:t>
            </a:r>
            <a:endParaRPr dirty="0"/>
          </a:p>
        </p:txBody>
      </p:sp>
      <p:pic>
        <p:nvPicPr>
          <p:cNvPr id="153" name="Google Shape;153;p18" descr="image.png"/>
          <p:cNvPicPr preferRelativeResize="0"/>
          <p:nvPr/>
        </p:nvPicPr>
        <p:blipFill rotWithShape="1">
          <a:blip r:embed="rId7">
            <a:alphaModFix/>
          </a:blip>
          <a:srcRect/>
          <a:stretch/>
        </p:blipFill>
        <p:spPr>
          <a:xfrm>
            <a:off x="4549824" y="1929705"/>
            <a:ext cx="3092499" cy="2095500"/>
          </a:xfrm>
          <a:prstGeom prst="rect">
            <a:avLst/>
          </a:prstGeom>
          <a:noFill/>
          <a:ln>
            <a:noFill/>
          </a:ln>
        </p:spPr>
      </p:pic>
      <p:pic>
        <p:nvPicPr>
          <p:cNvPr id="154" name="Google Shape;154;p18" descr="image.png"/>
          <p:cNvPicPr preferRelativeResize="0"/>
          <p:nvPr/>
        </p:nvPicPr>
        <p:blipFill rotWithShape="1">
          <a:blip r:embed="rId8">
            <a:alphaModFix/>
          </a:blip>
          <a:srcRect/>
          <a:stretch/>
        </p:blipFill>
        <p:spPr>
          <a:xfrm>
            <a:off x="8328124" y="1929705"/>
            <a:ext cx="3092499" cy="2095500"/>
          </a:xfrm>
          <a:prstGeom prst="rect">
            <a:avLst/>
          </a:prstGeom>
          <a:noFill/>
          <a:ln>
            <a:noFill/>
          </a:ln>
        </p:spPr>
      </p:pic>
      <p:pic>
        <p:nvPicPr>
          <p:cNvPr id="3" name="図 2">
            <a:extLst>
              <a:ext uri="{FF2B5EF4-FFF2-40B4-BE49-F238E27FC236}">
                <a16:creationId xmlns:a16="http://schemas.microsoft.com/office/drawing/2014/main" id="{4FFA121A-1AEC-9518-8DAE-839204961A83}"/>
              </a:ext>
            </a:extLst>
          </p:cNvPr>
          <p:cNvPicPr>
            <a:picLocks noChangeAspect="1"/>
          </p:cNvPicPr>
          <p:nvPr/>
        </p:nvPicPr>
        <p:blipFill>
          <a:blip r:embed="rId9"/>
          <a:stretch>
            <a:fillRect/>
          </a:stretch>
        </p:blipFill>
        <p:spPr>
          <a:xfrm>
            <a:off x="810706" y="1926971"/>
            <a:ext cx="3007070" cy="215991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117"/>
        <p:cNvGrpSpPr/>
        <p:nvPr/>
      </p:nvGrpSpPr>
      <p:grpSpPr>
        <a:xfrm>
          <a:off x="0" y="0"/>
          <a:ext cx="0" cy="0"/>
          <a:chOff x="0" y="0"/>
          <a:chExt cx="0" cy="0"/>
        </a:xfrm>
      </p:grpSpPr>
      <p:pic>
        <p:nvPicPr>
          <p:cNvPr id="118" name="Google Shape;118;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graphicFrame>
        <p:nvGraphicFramePr>
          <p:cNvPr id="119" name="Google Shape;119;p16"/>
          <p:cNvGraphicFramePr/>
          <p:nvPr>
            <p:extLst>
              <p:ext uri="{D42A27DB-BD31-4B8C-83A1-F6EECF244321}">
                <p14:modId xmlns:p14="http://schemas.microsoft.com/office/powerpoint/2010/main" val="2596248339"/>
              </p:ext>
            </p:extLst>
          </p:nvPr>
        </p:nvGraphicFramePr>
        <p:xfrm>
          <a:off x="571500" y="2700337"/>
          <a:ext cx="11049000" cy="2714600"/>
        </p:xfrm>
        <a:graphic>
          <a:graphicData uri="http://schemas.openxmlformats.org/drawingml/2006/table">
            <a:tbl>
              <a:tblPr firstRow="1" bandRow="1">
                <a:noFill/>
                <a:tableStyleId>{13B13E00-24BA-47F0-805F-7E6D0E3C9D00}</a:tableStyleId>
              </a:tblPr>
              <a:tblGrid>
                <a:gridCol w="2135675">
                  <a:extLst>
                    <a:ext uri="{9D8B030D-6E8A-4147-A177-3AD203B41FA5}">
                      <a16:colId xmlns:a16="http://schemas.microsoft.com/office/drawing/2014/main" val="20000"/>
                    </a:ext>
                  </a:extLst>
                </a:gridCol>
                <a:gridCol w="2334975">
                  <a:extLst>
                    <a:ext uri="{9D8B030D-6E8A-4147-A177-3AD203B41FA5}">
                      <a16:colId xmlns:a16="http://schemas.microsoft.com/office/drawing/2014/main" val="20001"/>
                    </a:ext>
                  </a:extLst>
                </a:gridCol>
                <a:gridCol w="6578350">
                  <a:extLst>
                    <a:ext uri="{9D8B030D-6E8A-4147-A177-3AD203B41FA5}">
                      <a16:colId xmlns:a16="http://schemas.microsoft.com/office/drawing/2014/main" val="20002"/>
                    </a:ext>
                  </a:extLst>
                </a:gridCol>
              </a:tblGrid>
              <a:tr h="678650">
                <a:tc>
                  <a:txBody>
                    <a:bodyPr/>
                    <a:lstStyle/>
                    <a:p>
                      <a:pPr marL="0" marR="0" lvl="0" indent="0" algn="l" rtl="0">
                        <a:spcBef>
                          <a:spcPts val="0"/>
                        </a:spcBef>
                        <a:spcAft>
                          <a:spcPts val="0"/>
                        </a:spcAft>
                        <a:buNone/>
                      </a:pPr>
                      <a:r>
                        <a:rPr lang="en-US" sz="1800" b="1" i="0" u="none" strike="noStrike" cap="none">
                          <a:solidFill>
                            <a:schemeClr val="tx1"/>
                          </a:solidFill>
                          <a:latin typeface="Lato"/>
                          <a:ea typeface="Lato"/>
                          <a:cs typeface="Lato"/>
                          <a:sym typeface="Lato"/>
                        </a:rPr>
                        <a:t>用途</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0B981"/>
                    </a:solidFill>
                  </a:tcPr>
                </a:tc>
                <a:tc>
                  <a:txBody>
                    <a:bodyPr/>
                    <a:lstStyle/>
                    <a:p>
                      <a:pPr marL="0" marR="0" lvl="0" indent="0" algn="l" rtl="0">
                        <a:spcBef>
                          <a:spcPts val="0"/>
                        </a:spcBef>
                        <a:spcAft>
                          <a:spcPts val="0"/>
                        </a:spcAft>
                        <a:buNone/>
                      </a:pPr>
                      <a:r>
                        <a:rPr lang="en-US" sz="1800" b="1" i="0" u="none" strike="noStrike" cap="none">
                          <a:solidFill>
                            <a:schemeClr val="tx1"/>
                          </a:solidFill>
                          <a:latin typeface="Lato"/>
                          <a:ea typeface="Lato"/>
                          <a:cs typeface="Lato"/>
                          <a:sym typeface="Lato"/>
                        </a:rPr>
                        <a:t>ファイル名</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0B981"/>
                    </a:solidFill>
                  </a:tcPr>
                </a:tc>
                <a:tc>
                  <a:txBody>
                    <a:bodyPr/>
                    <a:lstStyle/>
                    <a:p>
                      <a:pPr marL="0" marR="0" lvl="0" indent="0" algn="l" rtl="0">
                        <a:spcBef>
                          <a:spcPts val="0"/>
                        </a:spcBef>
                        <a:spcAft>
                          <a:spcPts val="0"/>
                        </a:spcAft>
                        <a:buNone/>
                      </a:pPr>
                      <a:r>
                        <a:rPr lang="en-US" sz="1800" b="1" i="0" u="none" strike="noStrike" cap="none">
                          <a:solidFill>
                            <a:schemeClr val="tx1"/>
                          </a:solidFill>
                          <a:latin typeface="Lato"/>
                          <a:ea typeface="Lato"/>
                          <a:cs typeface="Lato"/>
                          <a:sym typeface="Lato"/>
                        </a:rPr>
                        <a:t>アクセスパス</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0B981"/>
                    </a:solidFill>
                  </a:tcPr>
                </a:tc>
                <a:extLst>
                  <a:ext uri="{0D108BD9-81ED-4DB2-BD59-A6C34878D82A}">
                    <a16:rowId xmlns:a16="http://schemas.microsoft.com/office/drawing/2014/main" val="10000"/>
                  </a:ext>
                </a:extLst>
              </a:tr>
              <a:tr h="678650">
                <a:tc>
                  <a:txBody>
                    <a:bodyPr/>
                    <a:lstStyle/>
                    <a:p>
                      <a:pPr marL="0" marR="0" lvl="0" indent="0" algn="l" rtl="0">
                        <a:spcBef>
                          <a:spcPts val="0"/>
                        </a:spcBef>
                        <a:spcAft>
                          <a:spcPts val="0"/>
                        </a:spcAft>
                        <a:buNone/>
                      </a:pPr>
                      <a:r>
                        <a:rPr lang="en-US" sz="1650" b="0" i="0" u="none" strike="noStrike" cap="none">
                          <a:solidFill>
                            <a:schemeClr val="tx1"/>
                          </a:solidFill>
                          <a:latin typeface="Lato"/>
                          <a:ea typeface="Lato"/>
                          <a:cs typeface="Lato"/>
                          <a:sym typeface="Lato"/>
                        </a:rPr>
                        <a:t>運営・管理</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50" b="0" i="0" u="none" strike="noStrike" cap="none">
                          <a:solidFill>
                            <a:schemeClr val="tx1"/>
                          </a:solidFill>
                          <a:latin typeface="Lato"/>
                          <a:ea typeface="Lato"/>
                          <a:cs typeface="Lato"/>
                          <a:sym typeface="Lato"/>
                        </a:rPr>
                        <a:t>index.html</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50" b="0" i="0" u="none" strike="noStrike" cap="none">
                          <a:solidFill>
                            <a:schemeClr val="tx1"/>
                          </a:solidFill>
                          <a:latin typeface="Lato"/>
                          <a:ea typeface="Lato"/>
                          <a:cs typeface="Lato"/>
                          <a:sym typeface="Lato"/>
                        </a:rPr>
                        <a:t>https://h-sakamoto-tech.github.io/quiz-app/</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78650">
                <a:tc>
                  <a:txBody>
                    <a:bodyPr/>
                    <a:lstStyle/>
                    <a:p>
                      <a:pPr marL="0" marR="0" lvl="0" indent="0" algn="l" rtl="0">
                        <a:spcBef>
                          <a:spcPts val="0"/>
                        </a:spcBef>
                        <a:spcAft>
                          <a:spcPts val="0"/>
                        </a:spcAft>
                        <a:buNone/>
                      </a:pPr>
                      <a:r>
                        <a:rPr lang="en-US" sz="1650" b="0" i="0" u="none" strike="noStrike" cap="none">
                          <a:solidFill>
                            <a:schemeClr val="tx1"/>
                          </a:solidFill>
                          <a:latin typeface="Lato"/>
                          <a:ea typeface="Lato"/>
                          <a:cs typeface="Lato"/>
                          <a:sym typeface="Lato"/>
                        </a:rPr>
                        <a:t>会場投影</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50" b="0" i="0" u="none" strike="noStrike" cap="none">
                          <a:solidFill>
                            <a:schemeClr val="tx1"/>
                          </a:solidFill>
                          <a:latin typeface="Lato"/>
                          <a:ea typeface="Lato"/>
                          <a:cs typeface="Lato"/>
                          <a:sym typeface="Lato"/>
                        </a:rPr>
                        <a:t>m.html</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50" b="0" i="0" u="none" strike="noStrike" cap="none">
                          <a:solidFill>
                            <a:schemeClr val="tx1"/>
                          </a:solidFill>
                          <a:latin typeface="Lato"/>
                          <a:ea typeface="Lato"/>
                          <a:cs typeface="Lato"/>
                          <a:sym typeface="Lato"/>
                        </a:rPr>
                        <a:t>.../quiz-app/m.html</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678650">
                <a:tc>
                  <a:txBody>
                    <a:bodyPr/>
                    <a:lstStyle/>
                    <a:p>
                      <a:pPr marL="0" marR="0" lvl="0" indent="0" algn="l" rtl="0">
                        <a:spcBef>
                          <a:spcPts val="0"/>
                        </a:spcBef>
                        <a:spcAft>
                          <a:spcPts val="0"/>
                        </a:spcAft>
                        <a:buNone/>
                      </a:pPr>
                      <a:r>
                        <a:rPr lang="en-US" sz="1650" b="0" i="0" u="none" strike="noStrike" cap="none">
                          <a:solidFill>
                            <a:schemeClr val="tx1"/>
                          </a:solidFill>
                          <a:latin typeface="Lato"/>
                          <a:ea typeface="Lato"/>
                          <a:cs typeface="Lato"/>
                          <a:sym typeface="Lato"/>
                        </a:rPr>
                        <a:t>参加者回答</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50" b="0" i="0" u="none" strike="noStrike" cap="none">
                          <a:solidFill>
                            <a:schemeClr val="tx1"/>
                          </a:solidFill>
                          <a:latin typeface="Lato"/>
                          <a:ea typeface="Lato"/>
                          <a:cs typeface="Lato"/>
                          <a:sym typeface="Lato"/>
                        </a:rPr>
                        <a:t>h.html</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50" b="0" i="0" u="none" strike="noStrike" cap="none" dirty="0">
                          <a:solidFill>
                            <a:schemeClr val="tx1"/>
                          </a:solidFill>
                          <a:latin typeface="Lato"/>
                          <a:ea typeface="Lato"/>
                          <a:cs typeface="Lato"/>
                          <a:sym typeface="Lato"/>
                        </a:rPr>
                        <a:t>.../quiz-app/h.html</a:t>
                      </a:r>
                      <a:endParaRPr dirty="0">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120" name="Google Shape;120;p16"/>
          <p:cNvSpPr/>
          <p:nvPr/>
        </p:nvSpPr>
        <p:spPr>
          <a:xfrm>
            <a:off x="571500" y="4048125"/>
            <a:ext cx="2135683"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1" name="Google Shape;121;p16"/>
          <p:cNvSpPr/>
          <p:nvPr/>
        </p:nvSpPr>
        <p:spPr>
          <a:xfrm>
            <a:off x="2707183" y="4048125"/>
            <a:ext cx="2334964"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2" name="Google Shape;122;p16"/>
          <p:cNvSpPr/>
          <p:nvPr/>
        </p:nvSpPr>
        <p:spPr>
          <a:xfrm>
            <a:off x="5042148" y="4048125"/>
            <a:ext cx="6578351"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3" name="Google Shape;123;p16"/>
          <p:cNvSpPr/>
          <p:nvPr/>
        </p:nvSpPr>
        <p:spPr>
          <a:xfrm>
            <a:off x="571500" y="4724400"/>
            <a:ext cx="2135683"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4" name="Google Shape;124;p16"/>
          <p:cNvSpPr/>
          <p:nvPr/>
        </p:nvSpPr>
        <p:spPr>
          <a:xfrm>
            <a:off x="2707183" y="4724400"/>
            <a:ext cx="2334964"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5" name="Google Shape;125;p16"/>
          <p:cNvSpPr/>
          <p:nvPr/>
        </p:nvSpPr>
        <p:spPr>
          <a:xfrm>
            <a:off x="5042148" y="4724400"/>
            <a:ext cx="6578351"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6" name="Google Shape;126;p16"/>
          <p:cNvSpPr/>
          <p:nvPr/>
        </p:nvSpPr>
        <p:spPr>
          <a:xfrm>
            <a:off x="571500" y="5400675"/>
            <a:ext cx="2135683"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7" name="Google Shape;127;p16"/>
          <p:cNvSpPr/>
          <p:nvPr/>
        </p:nvSpPr>
        <p:spPr>
          <a:xfrm>
            <a:off x="2707183" y="5400675"/>
            <a:ext cx="2334964"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8" name="Google Shape;128;p16"/>
          <p:cNvSpPr/>
          <p:nvPr/>
        </p:nvSpPr>
        <p:spPr>
          <a:xfrm>
            <a:off x="5042148" y="5400675"/>
            <a:ext cx="6578351"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9" name="Google Shape;129;p16"/>
          <p:cNvSpPr txBox="1"/>
          <p:nvPr/>
        </p:nvSpPr>
        <p:spPr>
          <a:xfrm>
            <a:off x="800100" y="571500"/>
            <a:ext cx="11361420" cy="685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0" i="0" u="none" strike="noStrike" cap="none">
                <a:solidFill>
                  <a:srgbClr val="F8FAFC"/>
                </a:solidFill>
                <a:latin typeface="Poppins SemiBold"/>
                <a:ea typeface="Poppins SemiBold"/>
                <a:cs typeface="Poppins SemiBold"/>
                <a:sym typeface="Poppins SemiBold"/>
              </a:rPr>
              <a:t>重要アクセスURL一覧</a:t>
            </a:r>
            <a:endParaRPr/>
          </a:p>
        </p:txBody>
      </p:sp>
      <p:sp>
        <p:nvSpPr>
          <p:cNvPr id="130" name="Google Shape;130;p16"/>
          <p:cNvSpPr/>
          <p:nvPr/>
        </p:nvSpPr>
        <p:spPr>
          <a:xfrm>
            <a:off x="571500" y="571500"/>
            <a:ext cx="76200" cy="6858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134"/>
        <p:cNvGrpSpPr/>
        <p:nvPr/>
      </p:nvGrpSpPr>
      <p:grpSpPr>
        <a:xfrm>
          <a:off x="0" y="0"/>
          <a:ext cx="0" cy="0"/>
          <a:chOff x="0" y="0"/>
          <a:chExt cx="0" cy="0"/>
        </a:xfrm>
      </p:grpSpPr>
      <p:pic>
        <p:nvPicPr>
          <p:cNvPr id="135" name="Google Shape;135;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36" name="Google Shape;136;p17"/>
          <p:cNvSpPr txBox="1"/>
          <p:nvPr/>
        </p:nvSpPr>
        <p:spPr>
          <a:xfrm>
            <a:off x="800100" y="1093886"/>
            <a:ext cx="4960620" cy="685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0" i="0" u="none" strike="noStrike" cap="none">
                <a:solidFill>
                  <a:srgbClr val="F8FAFC"/>
                </a:solidFill>
                <a:latin typeface="Poppins SemiBold"/>
                <a:ea typeface="Poppins SemiBold"/>
                <a:cs typeface="Poppins SemiBold"/>
                <a:sym typeface="Poppins SemiBold"/>
              </a:rPr>
              <a:t>問題の登録方法</a:t>
            </a:r>
            <a:endParaRPr/>
          </a:p>
        </p:txBody>
      </p:sp>
      <p:sp>
        <p:nvSpPr>
          <p:cNvPr id="137" name="Google Shape;137;p17"/>
          <p:cNvSpPr/>
          <p:nvPr/>
        </p:nvSpPr>
        <p:spPr>
          <a:xfrm>
            <a:off x="571500" y="1093886"/>
            <a:ext cx="76200" cy="6858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8" name="Google Shape;138;p17"/>
          <p:cNvSpPr txBox="1"/>
          <p:nvPr/>
        </p:nvSpPr>
        <p:spPr>
          <a:xfrm>
            <a:off x="571500" y="2370236"/>
            <a:ext cx="4953000"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dirty="0" err="1">
                <a:solidFill>
                  <a:srgbClr val="CBD5E1"/>
                </a:solidFill>
                <a:latin typeface="Lato"/>
                <a:ea typeface="Lato"/>
                <a:cs typeface="Lato"/>
                <a:sym typeface="Lato"/>
              </a:rPr>
              <a:t>管理者パネルの「Add</a:t>
            </a:r>
            <a:r>
              <a:rPr lang="en-US" sz="1650" b="0" i="0" u="none" strike="noStrike" cap="none" dirty="0">
                <a:solidFill>
                  <a:srgbClr val="CBD5E1"/>
                </a:solidFill>
                <a:latin typeface="Lato"/>
                <a:ea typeface="Lato"/>
                <a:cs typeface="Lato"/>
                <a:sym typeface="Lato"/>
              </a:rPr>
              <a:t> </a:t>
            </a:r>
            <a:r>
              <a:rPr lang="en-US" sz="1650" b="0" i="0" u="none" strike="noStrike" cap="none" dirty="0" err="1">
                <a:solidFill>
                  <a:srgbClr val="CBD5E1"/>
                </a:solidFill>
                <a:latin typeface="Lato"/>
                <a:ea typeface="Lato"/>
                <a:cs typeface="Lato"/>
                <a:sym typeface="Lato"/>
              </a:rPr>
              <a:t>Question」ボタンから新しい問題を追加します</a:t>
            </a:r>
            <a:r>
              <a:rPr lang="en-US" sz="1650" b="0" i="0" u="none" strike="noStrike" cap="none" dirty="0">
                <a:solidFill>
                  <a:srgbClr val="CBD5E1"/>
                </a:solidFill>
                <a:latin typeface="Lato"/>
                <a:ea typeface="Lato"/>
                <a:cs typeface="Lato"/>
                <a:sym typeface="Lato"/>
              </a:rPr>
              <a:t>。</a:t>
            </a:r>
            <a:endParaRPr dirty="0"/>
          </a:p>
        </p:txBody>
      </p:sp>
      <p:sp>
        <p:nvSpPr>
          <p:cNvPr id="139" name="Google Shape;139;p17"/>
          <p:cNvSpPr txBox="1"/>
          <p:nvPr/>
        </p:nvSpPr>
        <p:spPr>
          <a:xfrm>
            <a:off x="571500" y="3459658"/>
            <a:ext cx="4953000" cy="1119730"/>
          </a:xfrm>
          <a:prstGeom prst="rect">
            <a:avLst/>
          </a:prstGeom>
          <a:noFill/>
          <a:ln>
            <a:noFill/>
          </a:ln>
        </p:spPr>
        <p:txBody>
          <a:bodyPr spcFirstLastPara="1" wrap="square" lIns="0" tIns="0" rIns="0" bIns="0" anchor="t" anchorCtr="0">
            <a:spAutoFit/>
          </a:bodyPr>
          <a:lstStyle/>
          <a:p>
            <a:pPr marL="0" marR="0" lvl="0" indent="0" algn="l" rtl="0">
              <a:lnSpc>
                <a:spcPct val="146666"/>
              </a:lnSpc>
              <a:spcBef>
                <a:spcPts val="0"/>
              </a:spcBef>
              <a:spcAft>
                <a:spcPts val="0"/>
              </a:spcAft>
              <a:buNone/>
            </a:pPr>
            <a:r>
              <a:rPr lang="en-US" sz="1650" b="0" i="0" u="none" strike="noStrike" cap="none" dirty="0">
                <a:solidFill>
                  <a:srgbClr val="CBD5E1"/>
                </a:solidFill>
                <a:latin typeface="Noto Serif JP" panose="02020200000000000000" pitchFamily="18" charset="-128"/>
                <a:ea typeface="Noto Serif JP" panose="02020200000000000000" pitchFamily="18" charset="-128"/>
                <a:cs typeface="Lato"/>
                <a:sym typeface="Lato"/>
              </a:rPr>
              <a:t>1. Question: </a:t>
            </a:r>
            <a:r>
              <a:rPr lang="en-US" sz="1650" b="0" i="0" u="none" strike="noStrike" cap="none" dirty="0" err="1">
                <a:solidFill>
                  <a:srgbClr val="CBD5E1"/>
                </a:solidFill>
                <a:latin typeface="Noto Serif JP" panose="02020200000000000000" pitchFamily="18" charset="-128"/>
                <a:ea typeface="Noto Serif JP" panose="02020200000000000000" pitchFamily="18" charset="-128"/>
                <a:cs typeface="Lato"/>
                <a:sym typeface="Lato"/>
              </a:rPr>
              <a:t>問題文を入力</a:t>
            </a:r>
            <a:br>
              <a:rPr lang="en-US" sz="1800" b="0" i="0" u="none" strike="noStrike" cap="none" dirty="0">
                <a:solidFill>
                  <a:schemeClr val="dk1"/>
                </a:solidFill>
                <a:latin typeface="Noto Serif JP" panose="02020200000000000000" pitchFamily="18" charset="-128"/>
                <a:ea typeface="Noto Serif JP" panose="02020200000000000000" pitchFamily="18" charset="-128"/>
                <a:cs typeface="Calibri"/>
                <a:sym typeface="Calibri"/>
              </a:rPr>
            </a:br>
            <a:r>
              <a:rPr lang="en-US" sz="1650" b="0" i="0" u="none" strike="noStrike" cap="none" dirty="0">
                <a:solidFill>
                  <a:srgbClr val="CBD5E1"/>
                </a:solidFill>
                <a:latin typeface="Noto Serif JP" panose="02020200000000000000" pitchFamily="18" charset="-128"/>
                <a:ea typeface="Noto Serif JP" panose="02020200000000000000" pitchFamily="18" charset="-128"/>
                <a:cs typeface="Lato"/>
                <a:sym typeface="Lato"/>
              </a:rPr>
              <a:t>2. Options: 4つの選択肢を設定</a:t>
            </a:r>
            <a:br>
              <a:rPr lang="en-US" sz="1800" b="0" i="0" u="none" strike="noStrike" cap="none" dirty="0">
                <a:solidFill>
                  <a:schemeClr val="dk1"/>
                </a:solidFill>
                <a:latin typeface="Noto Serif JP" panose="02020200000000000000" pitchFamily="18" charset="-128"/>
                <a:ea typeface="Noto Serif JP" panose="02020200000000000000" pitchFamily="18" charset="-128"/>
                <a:cs typeface="Calibri"/>
                <a:sym typeface="Calibri"/>
              </a:rPr>
            </a:br>
            <a:r>
              <a:rPr lang="en-US" sz="1650" b="0" i="0" u="none" strike="noStrike" cap="none" dirty="0">
                <a:solidFill>
                  <a:srgbClr val="CBD5E1"/>
                </a:solidFill>
                <a:latin typeface="Noto Serif JP" panose="02020200000000000000" pitchFamily="18" charset="-128"/>
                <a:ea typeface="Noto Serif JP" panose="02020200000000000000" pitchFamily="18" charset="-128"/>
                <a:cs typeface="Lato"/>
                <a:sym typeface="Lato"/>
              </a:rPr>
              <a:t>3. Correct: </a:t>
            </a:r>
            <a:r>
              <a:rPr lang="en-US" sz="1650" b="0" i="0" u="none" strike="noStrike" cap="none" dirty="0" err="1">
                <a:solidFill>
                  <a:srgbClr val="CBD5E1"/>
                </a:solidFill>
                <a:latin typeface="Noto Serif JP" panose="02020200000000000000" pitchFamily="18" charset="-128"/>
                <a:ea typeface="Noto Serif JP" panose="02020200000000000000" pitchFamily="18" charset="-128"/>
                <a:cs typeface="Lato"/>
                <a:sym typeface="Lato"/>
              </a:rPr>
              <a:t>正解番号</a:t>
            </a:r>
            <a:r>
              <a:rPr lang="en-US" sz="1650" b="0" i="0" u="none" strike="noStrike" cap="none" dirty="0">
                <a:solidFill>
                  <a:srgbClr val="CBD5E1"/>
                </a:solidFill>
                <a:latin typeface="Noto Serif JP" panose="02020200000000000000" pitchFamily="18" charset="-128"/>
                <a:ea typeface="Noto Serif JP" panose="02020200000000000000" pitchFamily="18" charset="-128"/>
                <a:cs typeface="Lato"/>
                <a:sym typeface="Lato"/>
              </a:rPr>
              <a:t>(1-4)</a:t>
            </a:r>
            <a:r>
              <a:rPr lang="en-US" sz="1650" b="0" i="0" u="none" strike="noStrike" cap="none" dirty="0" err="1">
                <a:solidFill>
                  <a:srgbClr val="CBD5E1"/>
                </a:solidFill>
                <a:latin typeface="Noto Serif JP" panose="02020200000000000000" pitchFamily="18" charset="-128"/>
                <a:ea typeface="Noto Serif JP" panose="02020200000000000000" pitchFamily="18" charset="-128"/>
                <a:cs typeface="Lato"/>
                <a:sym typeface="Lato"/>
              </a:rPr>
              <a:t>を選択</a:t>
            </a:r>
            <a:endParaRPr dirty="0">
              <a:latin typeface="Noto Serif JP" panose="02020200000000000000" pitchFamily="18" charset="-128"/>
              <a:ea typeface="Noto Serif JP" panose="02020200000000000000" pitchFamily="18" charset="-128"/>
            </a:endParaRPr>
          </a:p>
        </p:txBody>
      </p:sp>
      <p:sp>
        <p:nvSpPr>
          <p:cNvPr id="140" name="Google Shape;140;p17"/>
          <p:cNvSpPr txBox="1"/>
          <p:nvPr/>
        </p:nvSpPr>
        <p:spPr>
          <a:xfrm>
            <a:off x="571500" y="5953432"/>
            <a:ext cx="10224320" cy="40626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1" i="0" u="none" strike="noStrike" cap="none" dirty="0" err="1">
                <a:solidFill>
                  <a:srgbClr val="CBD5E1"/>
                </a:solidFill>
                <a:latin typeface="Lato"/>
                <a:ea typeface="Lato"/>
                <a:cs typeface="Lato"/>
                <a:sym typeface="Lato"/>
              </a:rPr>
              <a:t>重要</a:t>
            </a:r>
            <a:r>
              <a:rPr lang="en-US" sz="1650" b="1" i="0" u="none" strike="noStrike" cap="none" dirty="0">
                <a:solidFill>
                  <a:srgbClr val="CBD5E1"/>
                </a:solidFill>
                <a:latin typeface="Lato"/>
                <a:ea typeface="Lato"/>
                <a:cs typeface="Lato"/>
                <a:sym typeface="Lato"/>
              </a:rPr>
              <a:t>:</a:t>
            </a:r>
            <a:r>
              <a:rPr lang="en-US" sz="1650" b="0" i="0" u="none" strike="noStrike" cap="none" dirty="0">
                <a:solidFill>
                  <a:srgbClr val="CBD5E1"/>
                </a:solidFill>
                <a:latin typeface="Lato"/>
                <a:ea typeface="Lato"/>
                <a:cs typeface="Lato"/>
                <a:sym typeface="Lato"/>
              </a:rPr>
              <a:t> [Save &amp; Update] </a:t>
            </a:r>
            <a:r>
              <a:rPr lang="en-US" sz="1650" b="0" i="0" u="none" strike="noStrike" cap="none" dirty="0" err="1">
                <a:solidFill>
                  <a:srgbClr val="CBD5E1"/>
                </a:solidFill>
                <a:latin typeface="Lato"/>
                <a:ea typeface="Lato"/>
                <a:cs typeface="Lato"/>
                <a:sym typeface="Lato"/>
              </a:rPr>
              <a:t>を押すことでFirebaseにデータが保存され、リアルタイムに反映されます</a:t>
            </a:r>
            <a:r>
              <a:rPr lang="en-US" sz="1650" b="0" i="0" u="none" strike="noStrike" cap="none" dirty="0">
                <a:solidFill>
                  <a:srgbClr val="CBD5E1"/>
                </a:solidFill>
                <a:latin typeface="Lato"/>
                <a:ea typeface="Lato"/>
                <a:cs typeface="Lato"/>
                <a:sym typeface="Lato"/>
              </a:rPr>
              <a:t>。</a:t>
            </a:r>
            <a:endParaRPr dirty="0"/>
          </a:p>
        </p:txBody>
      </p:sp>
      <p:pic>
        <p:nvPicPr>
          <p:cNvPr id="3" name="図 2">
            <a:extLst>
              <a:ext uri="{FF2B5EF4-FFF2-40B4-BE49-F238E27FC236}">
                <a16:creationId xmlns:a16="http://schemas.microsoft.com/office/drawing/2014/main" id="{70D459F1-110F-BAEC-4872-B59F184DBDCF}"/>
              </a:ext>
            </a:extLst>
          </p:cNvPr>
          <p:cNvPicPr>
            <a:picLocks noChangeAspect="1"/>
          </p:cNvPicPr>
          <p:nvPr/>
        </p:nvPicPr>
        <p:blipFill>
          <a:blip r:embed="rId4"/>
          <a:stretch>
            <a:fillRect/>
          </a:stretch>
        </p:blipFill>
        <p:spPr>
          <a:xfrm>
            <a:off x="4779308" y="904568"/>
            <a:ext cx="7257212" cy="47381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pic>
        <p:nvPicPr>
          <p:cNvPr id="159" name="Google Shape;159;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60" name="Google Shape;160;p19" descr="image.png"/>
          <p:cNvPicPr preferRelativeResize="0"/>
          <p:nvPr/>
        </p:nvPicPr>
        <p:blipFill rotWithShape="1">
          <a:blip r:embed="rId4">
            <a:alphaModFix/>
          </a:blip>
          <a:srcRect/>
          <a:stretch/>
        </p:blipFill>
        <p:spPr>
          <a:xfrm>
            <a:off x="571500" y="402260"/>
            <a:ext cx="11049000" cy="5996432"/>
          </a:xfrm>
          <a:prstGeom prst="rect">
            <a:avLst/>
          </a:prstGeom>
          <a:noFill/>
          <a:ln>
            <a:noFill/>
          </a:ln>
        </p:spPr>
      </p:pic>
      <p:sp>
        <p:nvSpPr>
          <p:cNvPr id="161" name="Google Shape;161;p19"/>
          <p:cNvSpPr txBox="1"/>
          <p:nvPr/>
        </p:nvSpPr>
        <p:spPr>
          <a:xfrm>
            <a:off x="726821" y="391121"/>
            <a:ext cx="11601450" cy="58668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600" b="1" i="0" u="none" strike="noStrike" cap="none" dirty="0" err="1">
                <a:solidFill>
                  <a:srgbClr val="FFFFFF"/>
                </a:solidFill>
                <a:latin typeface="Noto Sans JP"/>
                <a:ea typeface="Noto Sans JP"/>
                <a:cs typeface="Noto Sans JP"/>
                <a:sym typeface="Noto Sans JP"/>
              </a:rPr>
              <a:t>事前準備（セットアップ</a:t>
            </a:r>
            <a:r>
              <a:rPr lang="en-US" sz="3600" b="1" i="0" u="none" strike="noStrike" cap="none" dirty="0">
                <a:solidFill>
                  <a:srgbClr val="FFFFFF"/>
                </a:solidFill>
                <a:latin typeface="Noto Sans JP"/>
                <a:ea typeface="Noto Sans JP"/>
                <a:cs typeface="Noto Sans JP"/>
                <a:sym typeface="Noto Sans JP"/>
              </a:rPr>
              <a:t>）</a:t>
            </a:r>
            <a:endParaRPr dirty="0"/>
          </a:p>
        </p:txBody>
      </p:sp>
      <p:sp>
        <p:nvSpPr>
          <p:cNvPr id="162" name="Google Shape;162;p19"/>
          <p:cNvSpPr/>
          <p:nvPr/>
        </p:nvSpPr>
        <p:spPr>
          <a:xfrm>
            <a:off x="571500" y="1091186"/>
            <a:ext cx="11049000" cy="38100"/>
          </a:xfrm>
          <a:prstGeom prst="rect">
            <a:avLst/>
          </a:prstGeom>
          <a:solidFill>
            <a:srgbClr val="3498D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3" name="Google Shape;163;p19"/>
          <p:cNvSpPr txBox="1"/>
          <p:nvPr/>
        </p:nvSpPr>
        <p:spPr>
          <a:xfrm>
            <a:off x="962025" y="1373981"/>
            <a:ext cx="10267950" cy="3961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950" b="1" i="0" u="none" strike="noStrike" cap="none">
                <a:solidFill>
                  <a:srgbClr val="3498DB"/>
                </a:solidFill>
                <a:latin typeface="Noto Sans JP"/>
                <a:ea typeface="Noto Sans JP"/>
                <a:cs typeface="Noto Sans JP"/>
                <a:sym typeface="Noto Sans JP"/>
              </a:rPr>
              <a:t>イベント開始前に「管理画面」を開いて設定を完了させます。</a:t>
            </a:r>
            <a:endParaRPr/>
          </a:p>
        </p:txBody>
      </p:sp>
      <p:sp>
        <p:nvSpPr>
          <p:cNvPr id="164" name="Google Shape;164;p19"/>
          <p:cNvSpPr txBox="1"/>
          <p:nvPr/>
        </p:nvSpPr>
        <p:spPr>
          <a:xfrm>
            <a:off x="1369450" y="1996919"/>
            <a:ext cx="10182225" cy="886397"/>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1" i="0" u="none" strike="noStrike" cap="none" dirty="0" err="1">
                <a:solidFill>
                  <a:srgbClr val="F1C40F"/>
                </a:solidFill>
                <a:latin typeface="Noto Sans JP"/>
                <a:ea typeface="Noto Sans JP"/>
                <a:cs typeface="Noto Sans JP"/>
                <a:sym typeface="Noto Sans JP"/>
              </a:rPr>
              <a:t>音源URLの設定</a:t>
            </a:r>
            <a:br>
              <a:rPr lang="en-US" sz="1800" b="0" i="0" u="none" strike="noStrike" cap="none" dirty="0">
                <a:solidFill>
                  <a:schemeClr val="dk1"/>
                </a:solidFill>
                <a:latin typeface="Calibri"/>
                <a:ea typeface="Calibri"/>
                <a:cs typeface="Calibri"/>
                <a:sym typeface="Calibri"/>
              </a:rPr>
            </a:br>
            <a:r>
              <a:rPr lang="en-US" sz="1800" b="0" i="0" u="none" strike="noStrike" cap="none" dirty="0">
                <a:solidFill>
                  <a:srgbClr val="E0E0E0"/>
                </a:solidFill>
                <a:latin typeface="Noto Sans JP"/>
                <a:ea typeface="Noto Sans JP"/>
                <a:cs typeface="Noto Sans JP"/>
                <a:sym typeface="Noto Sans JP"/>
              </a:rPr>
              <a:t> 「音源一括設定」にGitHubのフォルダURLを入力し、6つのシーンの音源を自動セットします。</a:t>
            </a:r>
            <a:endParaRPr dirty="0"/>
          </a:p>
        </p:txBody>
      </p:sp>
      <p:sp>
        <p:nvSpPr>
          <p:cNvPr id="165" name="Google Shape;165;p19"/>
          <p:cNvSpPr txBox="1"/>
          <p:nvPr/>
        </p:nvSpPr>
        <p:spPr>
          <a:xfrm>
            <a:off x="1359619" y="3080379"/>
            <a:ext cx="9791700" cy="807541"/>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1" i="0" u="none" strike="noStrike" cap="none" dirty="0" err="1">
                <a:solidFill>
                  <a:srgbClr val="F1C40F"/>
                </a:solidFill>
                <a:latin typeface="Noto Sans JP"/>
                <a:ea typeface="Noto Sans JP"/>
                <a:cs typeface="Noto Sans JP"/>
                <a:sym typeface="Noto Sans JP"/>
              </a:rPr>
              <a:t>クイズ問題の登録</a:t>
            </a:r>
            <a:br>
              <a:rPr lang="en-US" sz="1800" b="0" i="0" u="none" strike="noStrike" cap="none" dirty="0">
                <a:solidFill>
                  <a:schemeClr val="dk1"/>
                </a:solidFill>
                <a:latin typeface="Calibri"/>
                <a:ea typeface="Calibri"/>
                <a:cs typeface="Calibri"/>
                <a:sym typeface="Calibri"/>
              </a:rPr>
            </a:br>
            <a:r>
              <a:rPr lang="en-US" sz="1800" b="0" i="0" u="none" strike="noStrike" cap="none" dirty="0">
                <a:solidFill>
                  <a:srgbClr val="E0E0E0"/>
                </a:solidFill>
                <a:latin typeface="Noto Sans JP"/>
                <a:ea typeface="Noto Sans JP"/>
                <a:cs typeface="Noto Sans JP"/>
                <a:sym typeface="Noto Sans JP"/>
              </a:rPr>
              <a:t> 「＋</a:t>
            </a:r>
            <a:r>
              <a:rPr lang="en-US" sz="1800" b="0" i="0" u="none" strike="noStrike" cap="none" dirty="0" err="1">
                <a:solidFill>
                  <a:srgbClr val="E0E0E0"/>
                </a:solidFill>
                <a:latin typeface="Noto Sans JP"/>
                <a:ea typeface="Noto Sans JP"/>
                <a:cs typeface="Noto Sans JP"/>
                <a:sym typeface="Noto Sans JP"/>
              </a:rPr>
              <a:t>問題を追加」から、出題する問題文と正解（A〜G）を入力します</a:t>
            </a:r>
            <a:r>
              <a:rPr lang="en-US" sz="1800" b="0" i="0" u="none" strike="noStrike" cap="none" dirty="0">
                <a:solidFill>
                  <a:srgbClr val="E0E0E0"/>
                </a:solidFill>
                <a:latin typeface="Noto Sans JP"/>
                <a:ea typeface="Noto Sans JP"/>
                <a:cs typeface="Noto Sans JP"/>
                <a:sym typeface="Noto Sans JP"/>
              </a:rPr>
              <a:t>。</a:t>
            </a:r>
            <a:endParaRPr dirty="0"/>
          </a:p>
        </p:txBody>
      </p:sp>
      <p:sp>
        <p:nvSpPr>
          <p:cNvPr id="166" name="Google Shape;166;p19"/>
          <p:cNvSpPr txBox="1"/>
          <p:nvPr/>
        </p:nvSpPr>
        <p:spPr>
          <a:xfrm>
            <a:off x="1290795" y="4173670"/>
            <a:ext cx="9791700" cy="807541"/>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1" i="0" u="none" strike="noStrike" cap="none" dirty="0">
                <a:solidFill>
                  <a:srgbClr val="F1C40F"/>
                </a:solidFill>
                <a:latin typeface="Noto Sans JP"/>
                <a:ea typeface="Noto Sans JP"/>
                <a:cs typeface="Noto Sans JP"/>
                <a:sym typeface="Noto Sans JP"/>
              </a:rPr>
              <a:t>「</a:t>
            </a:r>
            <a:r>
              <a:rPr lang="en-US" sz="1800" b="1" i="0" u="none" strike="noStrike" cap="none" dirty="0" err="1">
                <a:solidFill>
                  <a:srgbClr val="F1C40F"/>
                </a:solidFill>
                <a:latin typeface="Noto Sans JP"/>
                <a:ea typeface="Noto Sans JP"/>
                <a:cs typeface="Noto Sans JP"/>
                <a:sym typeface="Noto Sans JP"/>
              </a:rPr>
              <a:t>設定を保存して反映」を押す</a:t>
            </a:r>
            <a:br>
              <a:rPr lang="en-US" sz="1800" b="0" i="0" u="none" strike="noStrike" cap="none" dirty="0">
                <a:solidFill>
                  <a:schemeClr val="dk1"/>
                </a:solidFill>
                <a:latin typeface="Calibri"/>
                <a:ea typeface="Calibri"/>
                <a:cs typeface="Calibri"/>
                <a:sym typeface="Calibri"/>
              </a:rPr>
            </a:br>
            <a:r>
              <a:rPr lang="en-US" sz="1800" b="0" i="0" u="none" strike="noStrike" cap="none" dirty="0">
                <a:solidFill>
                  <a:srgbClr val="E0E0E0"/>
                </a:solidFill>
                <a:latin typeface="Noto Sans JP"/>
                <a:ea typeface="Noto Sans JP"/>
                <a:cs typeface="Noto Sans JP"/>
                <a:sym typeface="Noto Sans JP"/>
              </a:rPr>
              <a:t> </a:t>
            </a:r>
            <a:r>
              <a:rPr lang="en-US" sz="1800" b="0" i="0" u="none" strike="noStrike" cap="none" dirty="0" err="1">
                <a:solidFill>
                  <a:srgbClr val="E0E0E0"/>
                </a:solidFill>
                <a:latin typeface="Noto Sans JP"/>
                <a:ea typeface="Noto Sans JP"/>
                <a:cs typeface="Noto Sans JP"/>
                <a:sym typeface="Noto Sans JP"/>
              </a:rPr>
              <a:t>入力が終わったら、必ず保存ボタンを押してデータをクラウドにロックしてください</a:t>
            </a:r>
            <a:r>
              <a:rPr lang="en-US" sz="1800" b="0" i="0" u="none" strike="noStrike" cap="none" dirty="0">
                <a:solidFill>
                  <a:srgbClr val="E0E0E0"/>
                </a:solidFill>
                <a:latin typeface="Noto Sans JP"/>
                <a:ea typeface="Noto Sans JP"/>
                <a:cs typeface="Noto Sans JP"/>
                <a:sym typeface="Noto Sans JP"/>
              </a:rPr>
              <a:t>。</a:t>
            </a:r>
            <a:endParaRPr dirty="0"/>
          </a:p>
        </p:txBody>
      </p:sp>
      <p:sp>
        <p:nvSpPr>
          <p:cNvPr id="167" name="Google Shape;167;p19"/>
          <p:cNvSpPr txBox="1"/>
          <p:nvPr/>
        </p:nvSpPr>
        <p:spPr>
          <a:xfrm>
            <a:off x="1320290" y="5266961"/>
            <a:ext cx="10572751" cy="886397"/>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1" i="0" u="none" strike="noStrike" cap="none" dirty="0" err="1">
                <a:solidFill>
                  <a:srgbClr val="F1C40F"/>
                </a:solidFill>
                <a:latin typeface="Noto Sans JP"/>
                <a:ea typeface="Noto Sans JP"/>
                <a:cs typeface="Noto Sans JP"/>
                <a:sym typeface="Noto Sans JP"/>
              </a:rPr>
              <a:t>パネルの折りたたみ</a:t>
            </a:r>
            <a:br>
              <a:rPr lang="en-US" sz="1800" b="0" i="0" u="none" strike="noStrike" cap="none" dirty="0">
                <a:solidFill>
                  <a:schemeClr val="dk1"/>
                </a:solidFill>
                <a:latin typeface="Calibri"/>
                <a:ea typeface="Calibri"/>
                <a:cs typeface="Calibri"/>
                <a:sym typeface="Calibri"/>
              </a:rPr>
            </a:br>
            <a:r>
              <a:rPr lang="en-US" sz="1800" b="0" i="0" u="none" strike="noStrike" cap="none" dirty="0">
                <a:solidFill>
                  <a:srgbClr val="E0E0E0"/>
                </a:solidFill>
                <a:latin typeface="Noto Sans JP"/>
                <a:ea typeface="Noto Sans JP"/>
                <a:cs typeface="Noto Sans JP"/>
                <a:sym typeface="Noto Sans JP"/>
              </a:rPr>
              <a:t> </a:t>
            </a:r>
            <a:r>
              <a:rPr lang="en-US" sz="1800" b="0" i="0" u="none" strike="noStrike" cap="none" dirty="0" err="1">
                <a:solidFill>
                  <a:srgbClr val="E0E0E0"/>
                </a:solidFill>
                <a:latin typeface="Noto Sans JP"/>
                <a:ea typeface="Noto Sans JP"/>
                <a:cs typeface="Noto Sans JP"/>
                <a:sym typeface="Noto Sans JP"/>
              </a:rPr>
              <a:t>設定が終わったら、タイトル部分をクリックして設定パネルを折りたたむと進行しやすくなります</a:t>
            </a:r>
            <a:r>
              <a:rPr lang="en-US" sz="1800" b="0" i="0" u="none" strike="noStrike" cap="none" dirty="0">
                <a:solidFill>
                  <a:srgbClr val="E0E0E0"/>
                </a:solidFill>
                <a:latin typeface="Noto Sans JP"/>
                <a:ea typeface="Noto Sans JP"/>
                <a:cs typeface="Noto Sans JP"/>
                <a:sym typeface="Noto Sans JP"/>
              </a:rPr>
              <a:t>。</a:t>
            </a:r>
            <a:endParaRPr dirty="0"/>
          </a:p>
        </p:txBody>
      </p:sp>
      <p:pic>
        <p:nvPicPr>
          <p:cNvPr id="168" name="Google Shape;168;p19" descr="image.png"/>
          <p:cNvPicPr preferRelativeResize="0"/>
          <p:nvPr/>
        </p:nvPicPr>
        <p:blipFill rotWithShape="1">
          <a:blip r:embed="rId5">
            <a:alphaModFix/>
          </a:blip>
          <a:srcRect/>
          <a:stretch/>
        </p:blipFill>
        <p:spPr>
          <a:xfrm>
            <a:off x="962025" y="2065436"/>
            <a:ext cx="304800" cy="323850"/>
          </a:xfrm>
          <a:prstGeom prst="rect">
            <a:avLst/>
          </a:prstGeom>
          <a:noFill/>
          <a:ln>
            <a:noFill/>
          </a:ln>
        </p:spPr>
      </p:pic>
      <p:pic>
        <p:nvPicPr>
          <p:cNvPr id="169" name="Google Shape;169;p19" descr="image.png"/>
          <p:cNvPicPr preferRelativeResize="0"/>
          <p:nvPr/>
        </p:nvPicPr>
        <p:blipFill rotWithShape="1">
          <a:blip r:embed="rId5">
            <a:alphaModFix/>
          </a:blip>
          <a:srcRect/>
          <a:stretch/>
        </p:blipFill>
        <p:spPr>
          <a:xfrm>
            <a:off x="962025" y="3158728"/>
            <a:ext cx="304800" cy="323850"/>
          </a:xfrm>
          <a:prstGeom prst="rect">
            <a:avLst/>
          </a:prstGeom>
          <a:noFill/>
          <a:ln>
            <a:noFill/>
          </a:ln>
        </p:spPr>
      </p:pic>
      <p:pic>
        <p:nvPicPr>
          <p:cNvPr id="170" name="Google Shape;170;p19" descr="image.png"/>
          <p:cNvPicPr preferRelativeResize="0"/>
          <p:nvPr/>
        </p:nvPicPr>
        <p:blipFill rotWithShape="1">
          <a:blip r:embed="rId6">
            <a:alphaModFix/>
          </a:blip>
          <a:srcRect/>
          <a:stretch/>
        </p:blipFill>
        <p:spPr>
          <a:xfrm>
            <a:off x="962025" y="4252019"/>
            <a:ext cx="304800" cy="323850"/>
          </a:xfrm>
          <a:prstGeom prst="rect">
            <a:avLst/>
          </a:prstGeom>
          <a:noFill/>
          <a:ln>
            <a:noFill/>
          </a:ln>
        </p:spPr>
      </p:pic>
      <p:pic>
        <p:nvPicPr>
          <p:cNvPr id="171" name="Google Shape;171;p19" descr="image.png"/>
          <p:cNvPicPr preferRelativeResize="0"/>
          <p:nvPr/>
        </p:nvPicPr>
        <p:blipFill rotWithShape="1">
          <a:blip r:embed="rId5">
            <a:alphaModFix/>
          </a:blip>
          <a:srcRect/>
          <a:stretch/>
        </p:blipFill>
        <p:spPr>
          <a:xfrm>
            <a:off x="962025" y="5345310"/>
            <a:ext cx="304800" cy="3238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77" name="Google Shape;177;p20" descr="image.png"/>
          <p:cNvPicPr preferRelativeResize="0"/>
          <p:nvPr/>
        </p:nvPicPr>
        <p:blipFill rotWithShape="1">
          <a:blip r:embed="rId4">
            <a:alphaModFix/>
          </a:blip>
          <a:srcRect/>
          <a:stretch/>
        </p:blipFill>
        <p:spPr>
          <a:xfrm>
            <a:off x="6334125" y="2150715"/>
            <a:ext cx="5286375" cy="3619500"/>
          </a:xfrm>
          <a:prstGeom prst="rect">
            <a:avLst/>
          </a:prstGeom>
          <a:noFill/>
          <a:ln>
            <a:noFill/>
          </a:ln>
        </p:spPr>
      </p:pic>
      <p:sp>
        <p:nvSpPr>
          <p:cNvPr id="178" name="Google Shape;178;p20"/>
          <p:cNvSpPr txBox="1"/>
          <p:nvPr/>
        </p:nvSpPr>
        <p:spPr>
          <a:xfrm>
            <a:off x="571500" y="426243"/>
            <a:ext cx="11601450" cy="58668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600" b="1" i="0" u="none" strike="noStrike" cap="none">
                <a:solidFill>
                  <a:srgbClr val="FFFFFF"/>
                </a:solidFill>
                <a:latin typeface="Noto Sans JP"/>
                <a:ea typeface="Noto Sans JP"/>
                <a:cs typeface="Noto Sans JP"/>
                <a:sym typeface="Noto Sans JP"/>
              </a:rPr>
              <a:t>参加受付と自撮り撮影</a:t>
            </a:r>
            <a:endParaRPr/>
          </a:p>
        </p:txBody>
      </p:sp>
      <p:sp>
        <p:nvSpPr>
          <p:cNvPr id="179" name="Google Shape;179;p20"/>
          <p:cNvSpPr/>
          <p:nvPr/>
        </p:nvSpPr>
        <p:spPr>
          <a:xfrm>
            <a:off x="571500" y="1070074"/>
            <a:ext cx="11049000" cy="38100"/>
          </a:xfrm>
          <a:prstGeom prst="rect">
            <a:avLst/>
          </a:prstGeom>
          <a:solidFill>
            <a:srgbClr val="3498D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0" name="Google Shape;180;p20"/>
          <p:cNvSpPr txBox="1"/>
          <p:nvPr/>
        </p:nvSpPr>
        <p:spPr>
          <a:xfrm>
            <a:off x="571500" y="1813024"/>
            <a:ext cx="5286375" cy="731341"/>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a:solidFill>
                  <a:srgbClr val="E0E0E0"/>
                </a:solidFill>
                <a:latin typeface="Noto Sans JP"/>
                <a:ea typeface="Noto Sans JP"/>
                <a:cs typeface="Noto Sans JP"/>
                <a:sym typeface="Noto Sans JP"/>
              </a:rPr>
              <a:t>参加者はスクリーン上のQRコードを読み取り、スマホからエントリーします。</a:t>
            </a:r>
            <a:endParaRPr/>
          </a:p>
        </p:txBody>
      </p:sp>
      <p:sp>
        <p:nvSpPr>
          <p:cNvPr id="181" name="Google Shape;181;p20"/>
          <p:cNvSpPr txBox="1"/>
          <p:nvPr/>
        </p:nvSpPr>
        <p:spPr>
          <a:xfrm>
            <a:off x="1047750" y="2782490"/>
            <a:ext cx="4810125" cy="807541"/>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a:solidFill>
                  <a:srgbClr val="E0E0E0"/>
                </a:solidFill>
                <a:latin typeface="Noto Sans JP"/>
                <a:ea typeface="Noto Sans JP"/>
                <a:cs typeface="Noto Sans JP"/>
                <a:sym typeface="Noto Sans JP"/>
              </a:rPr>
              <a:t>チーム名を入力し、</a:t>
            </a:r>
            <a:r>
              <a:rPr lang="en-US" sz="1800" b="1" i="0" u="none" strike="noStrike" cap="none">
                <a:solidFill>
                  <a:srgbClr val="F1C40F"/>
                </a:solidFill>
                <a:latin typeface="Noto Sans JP"/>
                <a:ea typeface="Noto Sans JP"/>
                <a:cs typeface="Noto Sans JP"/>
                <a:sym typeface="Noto Sans JP"/>
              </a:rPr>
              <a:t>「顔写真を撮る」</a:t>
            </a:r>
            <a:r>
              <a:rPr lang="en-US" sz="1800" b="0" i="0" u="none" strike="noStrike" cap="none">
                <a:solidFill>
                  <a:srgbClr val="E0E0E0"/>
                </a:solidFill>
                <a:latin typeface="Noto Sans JP"/>
                <a:ea typeface="Noto Sans JP"/>
                <a:cs typeface="Noto Sans JP"/>
                <a:sym typeface="Noto Sans JP"/>
              </a:rPr>
              <a:t>ボタンでその場で自撮りしてもらいます。</a:t>
            </a:r>
            <a:endParaRPr/>
          </a:p>
        </p:txBody>
      </p:sp>
      <p:sp>
        <p:nvSpPr>
          <p:cNvPr id="182" name="Google Shape;182;p20"/>
          <p:cNvSpPr txBox="1"/>
          <p:nvPr/>
        </p:nvSpPr>
        <p:spPr>
          <a:xfrm>
            <a:off x="1047750" y="3780532"/>
            <a:ext cx="4810125" cy="1173212"/>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a:solidFill>
                  <a:srgbClr val="E0E0E0"/>
                </a:solidFill>
                <a:latin typeface="Noto Sans JP"/>
                <a:ea typeface="Noto Sans JP"/>
                <a:cs typeface="Noto Sans JP"/>
                <a:sym typeface="Noto Sans JP"/>
              </a:rPr>
              <a:t>画像はスマホ内で</a:t>
            </a:r>
            <a:r>
              <a:rPr lang="en-US" sz="1800" b="1" i="0" u="none" strike="noStrike" cap="none">
                <a:solidFill>
                  <a:srgbClr val="F1C40F"/>
                </a:solidFill>
                <a:latin typeface="Noto Sans JP"/>
                <a:ea typeface="Noto Sans JP"/>
                <a:cs typeface="Noto Sans JP"/>
                <a:sym typeface="Noto Sans JP"/>
              </a:rPr>
              <a:t>極小サイズに自動圧縮</a:t>
            </a:r>
            <a:r>
              <a:rPr lang="en-US" sz="1800" b="0" i="0" u="none" strike="noStrike" cap="none">
                <a:solidFill>
                  <a:srgbClr val="E0E0E0"/>
                </a:solidFill>
                <a:latin typeface="Noto Sans JP"/>
                <a:ea typeface="Noto Sans JP"/>
                <a:cs typeface="Noto Sans JP"/>
                <a:sym typeface="Noto Sans JP"/>
              </a:rPr>
              <a:t>されてから送信されるため、一斉送信でもシステムは落ちません。</a:t>
            </a:r>
            <a:endParaRPr/>
          </a:p>
        </p:txBody>
      </p:sp>
      <p:sp>
        <p:nvSpPr>
          <p:cNvPr id="183" name="Google Shape;183;p20"/>
          <p:cNvSpPr txBox="1"/>
          <p:nvPr/>
        </p:nvSpPr>
        <p:spPr>
          <a:xfrm>
            <a:off x="1047750" y="5144244"/>
            <a:ext cx="4810125" cy="1097012"/>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a:solidFill>
                  <a:srgbClr val="E0E0E0"/>
                </a:solidFill>
                <a:latin typeface="Noto Sans JP"/>
                <a:ea typeface="Noto Sans JP"/>
                <a:cs typeface="Noto Sans JP"/>
                <a:sym typeface="Noto Sans JP"/>
              </a:rPr>
              <a:t>※カメラを拒否した場合や撮影に失敗したチームは、自動で「👤」アイコンになるため進行に支障はありません。</a:t>
            </a:r>
            <a:endParaRPr/>
          </a:p>
        </p:txBody>
      </p:sp>
      <p:pic>
        <p:nvPicPr>
          <p:cNvPr id="184" name="Google Shape;184;p20" descr="image.png"/>
          <p:cNvPicPr preferRelativeResize="0"/>
          <p:nvPr/>
        </p:nvPicPr>
        <p:blipFill rotWithShape="1">
          <a:blip r:embed="rId5">
            <a:alphaModFix/>
          </a:blip>
          <a:srcRect/>
          <a:stretch/>
        </p:blipFill>
        <p:spPr>
          <a:xfrm>
            <a:off x="6353175" y="2169765"/>
            <a:ext cx="5248275" cy="3581400"/>
          </a:xfrm>
          <a:prstGeom prst="rect">
            <a:avLst/>
          </a:prstGeom>
          <a:noFill/>
          <a:ln>
            <a:noFill/>
          </a:ln>
        </p:spPr>
      </p:pic>
      <p:pic>
        <p:nvPicPr>
          <p:cNvPr id="185" name="Google Shape;185;p20" descr="image.png"/>
          <p:cNvPicPr preferRelativeResize="0"/>
          <p:nvPr/>
        </p:nvPicPr>
        <p:blipFill rotWithShape="1">
          <a:blip r:embed="rId6">
            <a:alphaModFix/>
          </a:blip>
          <a:srcRect/>
          <a:stretch/>
        </p:blipFill>
        <p:spPr>
          <a:xfrm>
            <a:off x="571500" y="2792015"/>
            <a:ext cx="304800" cy="323850"/>
          </a:xfrm>
          <a:prstGeom prst="rect">
            <a:avLst/>
          </a:prstGeom>
          <a:noFill/>
          <a:ln>
            <a:noFill/>
          </a:ln>
        </p:spPr>
      </p:pic>
      <p:pic>
        <p:nvPicPr>
          <p:cNvPr id="186" name="Google Shape;186;p20" descr="image.png"/>
          <p:cNvPicPr preferRelativeResize="0"/>
          <p:nvPr/>
        </p:nvPicPr>
        <p:blipFill rotWithShape="1">
          <a:blip r:embed="rId7">
            <a:alphaModFix/>
          </a:blip>
          <a:srcRect/>
          <a:stretch/>
        </p:blipFill>
        <p:spPr>
          <a:xfrm>
            <a:off x="571500" y="3790057"/>
            <a:ext cx="266700" cy="323850"/>
          </a:xfrm>
          <a:prstGeom prst="rect">
            <a:avLst/>
          </a:prstGeom>
          <a:noFill/>
          <a:ln>
            <a:noFill/>
          </a:ln>
        </p:spPr>
      </p:pic>
      <p:pic>
        <p:nvPicPr>
          <p:cNvPr id="187" name="Google Shape;187;p20" descr="image.png"/>
          <p:cNvPicPr preferRelativeResize="0"/>
          <p:nvPr/>
        </p:nvPicPr>
        <p:blipFill rotWithShape="1">
          <a:blip r:embed="rId8">
            <a:alphaModFix/>
          </a:blip>
          <a:srcRect/>
          <a:stretch/>
        </p:blipFill>
        <p:spPr>
          <a:xfrm>
            <a:off x="571500" y="5153769"/>
            <a:ext cx="381000" cy="3238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2" name="Google Shape;192;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93" name="Google Shape;193;p21" descr="image.png"/>
          <p:cNvPicPr preferRelativeResize="0"/>
          <p:nvPr/>
        </p:nvPicPr>
        <p:blipFill rotWithShape="1">
          <a:blip r:embed="rId4">
            <a:alphaModFix/>
          </a:blip>
          <a:srcRect/>
          <a:stretch/>
        </p:blipFill>
        <p:spPr>
          <a:xfrm>
            <a:off x="6210300" y="3780680"/>
            <a:ext cx="5410200" cy="2056804"/>
          </a:xfrm>
          <a:prstGeom prst="rect">
            <a:avLst/>
          </a:prstGeom>
          <a:noFill/>
          <a:ln>
            <a:noFill/>
          </a:ln>
        </p:spPr>
      </p:pic>
      <p:sp>
        <p:nvSpPr>
          <p:cNvPr id="194" name="Google Shape;194;p21"/>
          <p:cNvSpPr txBox="1"/>
          <p:nvPr/>
        </p:nvSpPr>
        <p:spPr>
          <a:xfrm>
            <a:off x="571500" y="476250"/>
            <a:ext cx="11601450" cy="58668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600" b="1" i="0" u="none" strike="noStrike" cap="none">
                <a:solidFill>
                  <a:srgbClr val="FFFFFF"/>
                </a:solidFill>
                <a:latin typeface="Noto Sans JP"/>
                <a:ea typeface="Noto Sans JP"/>
                <a:cs typeface="Noto Sans JP"/>
                <a:sym typeface="Noto Sans JP"/>
              </a:rPr>
              <a:t>高度な自動採点システム</a:t>
            </a:r>
            <a:endParaRPr/>
          </a:p>
        </p:txBody>
      </p:sp>
      <p:sp>
        <p:nvSpPr>
          <p:cNvPr id="195" name="Google Shape;195;p21"/>
          <p:cNvSpPr/>
          <p:nvPr/>
        </p:nvSpPr>
        <p:spPr>
          <a:xfrm>
            <a:off x="571500" y="1120080"/>
            <a:ext cx="11049000" cy="38100"/>
          </a:xfrm>
          <a:prstGeom prst="rect">
            <a:avLst/>
          </a:prstGeom>
          <a:solidFill>
            <a:srgbClr val="3498D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6" name="Google Shape;196;p21"/>
          <p:cNvSpPr txBox="1"/>
          <p:nvPr/>
        </p:nvSpPr>
        <p:spPr>
          <a:xfrm>
            <a:off x="571500" y="2917477"/>
            <a:ext cx="4972050" cy="15240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12000" b="0" i="0" u="none" strike="noStrike" cap="none">
                <a:solidFill>
                  <a:srgbClr val="E74C3C"/>
                </a:solidFill>
                <a:latin typeface="Noto Sans JP"/>
                <a:ea typeface="Noto Sans JP"/>
                <a:cs typeface="Noto Sans JP"/>
                <a:sym typeface="Noto Sans JP"/>
              </a:rPr>
              <a:t>60秒</a:t>
            </a:r>
            <a:endParaRPr/>
          </a:p>
        </p:txBody>
      </p:sp>
      <p:sp>
        <p:nvSpPr>
          <p:cNvPr id="197" name="Google Shape;197;p21"/>
          <p:cNvSpPr txBox="1"/>
          <p:nvPr/>
        </p:nvSpPr>
        <p:spPr>
          <a:xfrm>
            <a:off x="571500" y="4584352"/>
            <a:ext cx="4972050" cy="4191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F1C40F"/>
                </a:solidFill>
                <a:latin typeface="Noto Sans JP"/>
                <a:ea typeface="Noto Sans JP"/>
                <a:cs typeface="Noto Sans JP"/>
                <a:sym typeface="Noto Sans JP"/>
              </a:rPr>
              <a:t>制限時間＆最大ボーナス</a:t>
            </a:r>
            <a:endParaRPr/>
          </a:p>
        </p:txBody>
      </p:sp>
      <p:sp>
        <p:nvSpPr>
          <p:cNvPr id="198" name="Google Shape;198;p21"/>
          <p:cNvSpPr txBox="1"/>
          <p:nvPr/>
        </p:nvSpPr>
        <p:spPr>
          <a:xfrm>
            <a:off x="6210300" y="2083444"/>
            <a:ext cx="5680710" cy="4667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3498DB"/>
                </a:solidFill>
                <a:latin typeface="Noto Sans JP"/>
                <a:ea typeface="Noto Sans JP"/>
                <a:cs typeface="Noto Sans JP"/>
                <a:sym typeface="Noto Sans JP"/>
              </a:rPr>
              <a:t>正確無比なタイム計測</a:t>
            </a:r>
            <a:endParaRPr/>
          </a:p>
        </p:txBody>
      </p:sp>
      <p:sp>
        <p:nvSpPr>
          <p:cNvPr id="199" name="Google Shape;199;p21"/>
          <p:cNvSpPr txBox="1"/>
          <p:nvPr/>
        </p:nvSpPr>
        <p:spPr>
          <a:xfrm>
            <a:off x="6210300" y="2797819"/>
            <a:ext cx="5410200" cy="7923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950" b="0" i="0" u="none" strike="noStrike" cap="none">
                <a:solidFill>
                  <a:srgbClr val="E0E0E0"/>
                </a:solidFill>
                <a:latin typeface="Noto Sans JP"/>
                <a:ea typeface="Noto Sans JP"/>
                <a:cs typeface="Noto Sans JP"/>
                <a:sym typeface="Noto Sans JP"/>
              </a:rPr>
              <a:t>早く回答するほど</a:t>
            </a:r>
            <a:r>
              <a:rPr lang="en-US" sz="1950" b="1" i="0" u="none" strike="noStrike" cap="none">
                <a:solidFill>
                  <a:srgbClr val="F1C40F"/>
                </a:solidFill>
                <a:latin typeface="Noto Sans JP"/>
                <a:ea typeface="Noto Sans JP"/>
                <a:cs typeface="Noto Sans JP"/>
                <a:sym typeface="Noto Sans JP"/>
              </a:rPr>
              <a:t>「残り時間(秒) × 1点」</a:t>
            </a:r>
            <a:r>
              <a:rPr lang="en-US" sz="1950" b="0" i="0" u="none" strike="noStrike" cap="none">
                <a:solidFill>
                  <a:srgbClr val="E0E0E0"/>
                </a:solidFill>
                <a:latin typeface="Noto Sans JP"/>
                <a:ea typeface="Noto Sans JP"/>
                <a:cs typeface="Noto Sans JP"/>
                <a:sym typeface="Noto Sans JP"/>
              </a:rPr>
              <a:t>のスピードボーナスが加算されます。</a:t>
            </a:r>
            <a:endParaRPr/>
          </a:p>
        </p:txBody>
      </p:sp>
      <p:sp>
        <p:nvSpPr>
          <p:cNvPr id="200" name="Google Shape;200;p21"/>
          <p:cNvSpPr txBox="1"/>
          <p:nvPr/>
        </p:nvSpPr>
        <p:spPr>
          <a:xfrm>
            <a:off x="6389126" y="3882692"/>
            <a:ext cx="5114616" cy="1866217"/>
          </a:xfrm>
          <a:prstGeom prst="rect">
            <a:avLst/>
          </a:prstGeom>
          <a:noFill/>
          <a:ln>
            <a:noFill/>
          </a:ln>
        </p:spPr>
        <p:txBody>
          <a:bodyPr spcFirstLastPara="1" wrap="square" lIns="0" tIns="0" rIns="0" bIns="0" anchor="t" anchorCtr="0">
            <a:spAutoFit/>
          </a:bodyPr>
          <a:lstStyle/>
          <a:p>
            <a:pPr marL="0" marR="0" lvl="0" indent="0" algn="l" rtl="0">
              <a:lnSpc>
                <a:spcPct val="146666"/>
              </a:lnSpc>
              <a:spcBef>
                <a:spcPts val="0"/>
              </a:spcBef>
              <a:spcAft>
                <a:spcPts val="0"/>
              </a:spcAft>
              <a:buNone/>
            </a:pPr>
            <a:r>
              <a:rPr lang="en-US" sz="1650" b="1" i="0" u="none" strike="noStrike" cap="none" dirty="0">
                <a:solidFill>
                  <a:srgbClr val="E0E0E0"/>
                </a:solidFill>
                <a:latin typeface="Noto Sans JP"/>
                <a:ea typeface="Noto Sans JP"/>
                <a:cs typeface="Noto Sans JP"/>
                <a:sym typeface="Noto Sans JP"/>
              </a:rPr>
              <a:t>★</a:t>
            </a:r>
            <a:r>
              <a:rPr lang="en-US" sz="1650" b="1" i="0" u="none" strike="noStrike" cap="none" dirty="0" err="1">
                <a:solidFill>
                  <a:srgbClr val="E0E0E0"/>
                </a:solidFill>
                <a:latin typeface="Noto Sans JP"/>
                <a:ea typeface="Noto Sans JP"/>
                <a:cs typeface="Noto Sans JP"/>
                <a:sym typeface="Noto Sans JP"/>
              </a:rPr>
              <a:t>通信遅延に強い「スマホ自己計測</a:t>
            </a:r>
            <a:r>
              <a:rPr lang="en-US" sz="1650" b="1" i="0" u="none" strike="noStrike" cap="none" dirty="0">
                <a:solidFill>
                  <a:srgbClr val="E0E0E0"/>
                </a:solidFill>
                <a:latin typeface="Noto Sans JP"/>
                <a:ea typeface="Noto Sans JP"/>
                <a:cs typeface="Noto Sans JP"/>
                <a:sym typeface="Noto Sans JP"/>
              </a:rPr>
              <a:t>」</a:t>
            </a:r>
            <a:br>
              <a:rPr lang="en-US" sz="1800" b="0" i="0" u="none" strike="noStrike" cap="none" dirty="0">
                <a:solidFill>
                  <a:schemeClr val="dk1"/>
                </a:solidFill>
                <a:latin typeface="Calibri"/>
                <a:ea typeface="Calibri"/>
                <a:cs typeface="Calibri"/>
                <a:sym typeface="Calibri"/>
              </a:rPr>
            </a:br>
            <a:r>
              <a:rPr lang="en-US" sz="1650" b="0" i="0" u="none" strike="noStrike" cap="none" dirty="0">
                <a:solidFill>
                  <a:srgbClr val="E0E0E0"/>
                </a:solidFill>
                <a:latin typeface="Noto Sans JP"/>
                <a:ea typeface="Noto Sans JP"/>
                <a:cs typeface="Noto Sans JP"/>
                <a:sym typeface="Noto Sans JP"/>
              </a:rPr>
              <a:t> 「スマホに問題が出た瞬間」から「ボタンを押した瞬間」までの秒数を、スマホ自身がカウントして送ります。会場のWi-Fiが遅くても、不公平な採点ズレは起きません。</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pic>
        <p:nvPicPr>
          <p:cNvPr id="205" name="Google Shape;205;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06" name="Google Shape;206;p22"/>
          <p:cNvSpPr txBox="1"/>
          <p:nvPr/>
        </p:nvSpPr>
        <p:spPr>
          <a:xfrm>
            <a:off x="571500" y="571500"/>
            <a:ext cx="5200650" cy="58668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600" b="1" i="0" u="none" strike="noStrike" cap="none">
                <a:solidFill>
                  <a:srgbClr val="FFFFFF"/>
                </a:solidFill>
                <a:latin typeface="Noto Sans JP"/>
                <a:ea typeface="Noto Sans JP"/>
                <a:cs typeface="Noto Sans JP"/>
                <a:sym typeface="Noto Sans JP"/>
              </a:rPr>
              <a:t>最強の復旧機能</a:t>
            </a:r>
            <a:endParaRPr/>
          </a:p>
        </p:txBody>
      </p:sp>
      <p:sp>
        <p:nvSpPr>
          <p:cNvPr id="207" name="Google Shape;207;p22"/>
          <p:cNvSpPr/>
          <p:nvPr/>
        </p:nvSpPr>
        <p:spPr>
          <a:xfrm>
            <a:off x="571500" y="1215330"/>
            <a:ext cx="4953000" cy="38100"/>
          </a:xfrm>
          <a:prstGeom prst="rect">
            <a:avLst/>
          </a:prstGeom>
          <a:solidFill>
            <a:srgbClr val="3498D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08" name="Google Shape;208;p22" descr="image.png"/>
          <p:cNvPicPr preferRelativeResize="0"/>
          <p:nvPr/>
        </p:nvPicPr>
        <p:blipFill rotWithShape="1">
          <a:blip r:embed="rId4">
            <a:alphaModFix/>
          </a:blip>
          <a:srcRect/>
          <a:stretch/>
        </p:blipFill>
        <p:spPr>
          <a:xfrm>
            <a:off x="6343650" y="137037"/>
            <a:ext cx="5683045" cy="6583926"/>
          </a:xfrm>
          <a:prstGeom prst="rect">
            <a:avLst/>
          </a:prstGeom>
          <a:noFill/>
          <a:ln>
            <a:noFill/>
          </a:ln>
        </p:spPr>
      </p:pic>
      <p:sp>
        <p:nvSpPr>
          <p:cNvPr id="209" name="Google Shape;209;p22"/>
          <p:cNvSpPr txBox="1"/>
          <p:nvPr/>
        </p:nvSpPr>
        <p:spPr>
          <a:xfrm>
            <a:off x="571500" y="1253430"/>
            <a:ext cx="5200650" cy="38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E74C3C"/>
                </a:solidFill>
                <a:latin typeface="Noto Sans JP"/>
                <a:ea typeface="Noto Sans JP"/>
                <a:cs typeface="Noto Sans JP"/>
                <a:sym typeface="Noto Sans JP"/>
              </a:rPr>
              <a:t>もしトラブルが起きても大丈夫！</a:t>
            </a:r>
            <a:endParaRPr/>
          </a:p>
        </p:txBody>
      </p:sp>
      <p:sp>
        <p:nvSpPr>
          <p:cNvPr id="210" name="Google Shape;210;p22"/>
          <p:cNvSpPr txBox="1"/>
          <p:nvPr/>
        </p:nvSpPr>
        <p:spPr>
          <a:xfrm>
            <a:off x="571500" y="1685925"/>
            <a:ext cx="4953000" cy="1675804"/>
          </a:xfrm>
          <a:prstGeom prst="rect">
            <a:avLst/>
          </a:prstGeom>
          <a:noFill/>
          <a:ln>
            <a:noFill/>
          </a:ln>
        </p:spPr>
        <p:txBody>
          <a:bodyPr spcFirstLastPara="1" wrap="square" lIns="0" tIns="0" rIns="0" bIns="0" anchor="t" anchorCtr="0">
            <a:spAutoFit/>
          </a:bodyPr>
          <a:lstStyle/>
          <a:p>
            <a:pPr marL="0" marR="0" lvl="0" indent="0" algn="l" rtl="0">
              <a:lnSpc>
                <a:spcPct val="146666"/>
              </a:lnSpc>
              <a:spcBef>
                <a:spcPts val="0"/>
              </a:spcBef>
              <a:spcAft>
                <a:spcPts val="0"/>
              </a:spcAft>
              <a:buNone/>
            </a:pPr>
            <a:r>
              <a:rPr lang="en-US" sz="1650" b="1" i="0" u="none" strike="noStrike" cap="none" dirty="0" err="1">
                <a:solidFill>
                  <a:srgbClr val="E0E0E0"/>
                </a:solidFill>
                <a:latin typeface="Noto Sans JP"/>
                <a:ea typeface="Noto Sans JP"/>
                <a:cs typeface="Noto Sans JP"/>
                <a:sym typeface="Noto Sans JP"/>
              </a:rPr>
              <a:t>PCがフリーズした！画面を誤って閉じた</a:t>
            </a:r>
            <a:r>
              <a:rPr lang="en-US" sz="1650" b="1" i="0" u="none" strike="noStrike" cap="none" dirty="0">
                <a:solidFill>
                  <a:srgbClr val="E0E0E0"/>
                </a:solidFill>
                <a:latin typeface="Noto Sans JP"/>
                <a:ea typeface="Noto Sans JP"/>
                <a:cs typeface="Noto Sans JP"/>
                <a:sym typeface="Noto Sans JP"/>
              </a:rPr>
              <a:t>！</a:t>
            </a:r>
            <a:br>
              <a:rPr lang="en-US" sz="1800" b="0" i="0" u="none" strike="noStrike" cap="none" dirty="0">
                <a:solidFill>
                  <a:schemeClr val="dk1"/>
                </a:solidFill>
                <a:latin typeface="Calibri"/>
                <a:ea typeface="Calibri"/>
                <a:cs typeface="Calibri"/>
                <a:sym typeface="Calibri"/>
              </a:rPr>
            </a:br>
            <a:r>
              <a:rPr lang="en-US" sz="1650" b="0" i="0" u="none" strike="noStrike" cap="none" dirty="0">
                <a:solidFill>
                  <a:srgbClr val="E0E0E0"/>
                </a:solidFill>
                <a:latin typeface="Noto Sans JP"/>
                <a:ea typeface="Noto Sans JP"/>
                <a:cs typeface="Noto Sans JP"/>
                <a:sym typeface="Noto Sans JP"/>
              </a:rPr>
              <a:t> ➡ ブラウザを「更新（F5）」してください。全データはクラウドに0.1秒単位で自動保存されているため、フリーズした瞬間の状態からノーダメージで復旧できます。</a:t>
            </a:r>
            <a:endParaRPr dirty="0"/>
          </a:p>
        </p:txBody>
      </p:sp>
      <p:sp>
        <p:nvSpPr>
          <p:cNvPr id="211" name="Google Shape;211;p22"/>
          <p:cNvSpPr txBox="1"/>
          <p:nvPr/>
        </p:nvSpPr>
        <p:spPr>
          <a:xfrm>
            <a:off x="571500" y="3575893"/>
            <a:ext cx="4953000" cy="1340643"/>
          </a:xfrm>
          <a:prstGeom prst="rect">
            <a:avLst/>
          </a:prstGeom>
          <a:noFill/>
          <a:ln>
            <a:noFill/>
          </a:ln>
        </p:spPr>
        <p:txBody>
          <a:bodyPr spcFirstLastPara="1" wrap="square" lIns="0" tIns="0" rIns="0" bIns="0" anchor="t" anchorCtr="0">
            <a:spAutoFit/>
          </a:bodyPr>
          <a:lstStyle/>
          <a:p>
            <a:pPr marL="0" marR="0" lvl="0" indent="0" algn="l" rtl="0">
              <a:lnSpc>
                <a:spcPct val="146666"/>
              </a:lnSpc>
              <a:spcBef>
                <a:spcPts val="0"/>
              </a:spcBef>
              <a:spcAft>
                <a:spcPts val="0"/>
              </a:spcAft>
              <a:buNone/>
            </a:pPr>
            <a:r>
              <a:rPr lang="en-US" sz="1650" b="1" i="0" u="none" strike="noStrike" cap="none" dirty="0" err="1">
                <a:solidFill>
                  <a:srgbClr val="E0E0E0"/>
                </a:solidFill>
                <a:latin typeface="Noto Sans JP"/>
                <a:ea typeface="Noto Sans JP"/>
                <a:cs typeface="Noto Sans JP"/>
                <a:sym typeface="Noto Sans JP"/>
              </a:rPr>
              <a:t>参加者がスマホの画面を閉じてしまった</a:t>
            </a:r>
            <a:r>
              <a:rPr lang="en-US" sz="1650" b="1" i="0" u="none" strike="noStrike" cap="none" dirty="0">
                <a:solidFill>
                  <a:srgbClr val="E0E0E0"/>
                </a:solidFill>
                <a:latin typeface="Noto Sans JP"/>
                <a:ea typeface="Noto Sans JP"/>
                <a:cs typeface="Noto Sans JP"/>
                <a:sym typeface="Noto Sans JP"/>
              </a:rPr>
              <a:t>！</a:t>
            </a:r>
            <a:br>
              <a:rPr lang="en-US" sz="1800" b="0" i="0" u="none" strike="noStrike" cap="none" dirty="0">
                <a:solidFill>
                  <a:schemeClr val="dk1"/>
                </a:solidFill>
                <a:latin typeface="Calibri"/>
                <a:ea typeface="Calibri"/>
                <a:cs typeface="Calibri"/>
                <a:sym typeface="Calibri"/>
              </a:rPr>
            </a:br>
            <a:r>
              <a:rPr lang="en-US" sz="1650" b="0" i="0" u="none" strike="noStrike" cap="none" dirty="0">
                <a:solidFill>
                  <a:srgbClr val="E0E0E0"/>
                </a:solidFill>
                <a:latin typeface="Noto Sans JP"/>
                <a:ea typeface="Noto Sans JP"/>
                <a:cs typeface="Noto Sans JP"/>
                <a:sym typeface="Noto Sans JP"/>
              </a:rPr>
              <a:t> ➡ もう一度QRコードを読み込ませてください。スマホ内にIDが記憶されているため、名前入力不要で元の得点を持ったままシームレスに復帰できます。</a:t>
            </a:r>
            <a:endParaRPr dirty="0"/>
          </a:p>
        </p:txBody>
      </p:sp>
      <p:sp>
        <p:nvSpPr>
          <p:cNvPr id="212" name="Google Shape;212;p22"/>
          <p:cNvSpPr txBox="1"/>
          <p:nvPr/>
        </p:nvSpPr>
        <p:spPr>
          <a:xfrm>
            <a:off x="571500" y="5172075"/>
            <a:ext cx="4953000" cy="1006971"/>
          </a:xfrm>
          <a:prstGeom prst="rect">
            <a:avLst/>
          </a:prstGeom>
          <a:noFill/>
          <a:ln>
            <a:noFill/>
          </a:ln>
        </p:spPr>
        <p:txBody>
          <a:bodyPr spcFirstLastPara="1" wrap="square" lIns="0" tIns="0" rIns="0" bIns="0" anchor="t" anchorCtr="0">
            <a:spAutoFit/>
          </a:bodyPr>
          <a:lstStyle/>
          <a:p>
            <a:pPr marL="0" marR="0" lvl="0" indent="0" algn="l" rtl="0">
              <a:lnSpc>
                <a:spcPct val="146666"/>
              </a:lnSpc>
              <a:spcBef>
                <a:spcPts val="0"/>
              </a:spcBef>
              <a:spcAft>
                <a:spcPts val="0"/>
              </a:spcAft>
              <a:buNone/>
            </a:pPr>
            <a:r>
              <a:rPr lang="en-US" sz="1650" b="1" i="0" u="none" strike="noStrike" cap="none" dirty="0" err="1">
                <a:solidFill>
                  <a:srgbClr val="E0E0E0"/>
                </a:solidFill>
                <a:latin typeface="Noto Sans JP"/>
                <a:ea typeface="Noto Sans JP"/>
                <a:cs typeface="Noto Sans JP"/>
                <a:sym typeface="Noto Sans JP"/>
              </a:rPr>
              <a:t>司会が「次へ</a:t>
            </a:r>
            <a:r>
              <a:rPr lang="en-US" sz="1650" b="1" i="0" u="none" strike="noStrike" cap="none" dirty="0">
                <a:solidFill>
                  <a:srgbClr val="E0E0E0"/>
                </a:solidFill>
                <a:latin typeface="Noto Sans JP"/>
                <a:ea typeface="Noto Sans JP"/>
                <a:cs typeface="Noto Sans JP"/>
                <a:sym typeface="Noto Sans JP"/>
              </a:rPr>
              <a:t>」「</a:t>
            </a:r>
            <a:r>
              <a:rPr lang="en-US" sz="1650" b="1" i="0" u="none" strike="noStrike" cap="none" dirty="0" err="1">
                <a:solidFill>
                  <a:srgbClr val="E0E0E0"/>
                </a:solidFill>
                <a:latin typeface="Noto Sans JP"/>
                <a:ea typeface="Noto Sans JP"/>
                <a:cs typeface="Noto Sans JP"/>
                <a:sym typeface="Noto Sans JP"/>
              </a:rPr>
              <a:t>戻る」を押し間違えた</a:t>
            </a:r>
            <a:r>
              <a:rPr lang="en-US" sz="1650" b="1" i="0" u="none" strike="noStrike" cap="none" dirty="0">
                <a:solidFill>
                  <a:srgbClr val="E0E0E0"/>
                </a:solidFill>
                <a:latin typeface="Noto Sans JP"/>
                <a:ea typeface="Noto Sans JP"/>
                <a:cs typeface="Noto Sans JP"/>
                <a:sym typeface="Noto Sans JP"/>
              </a:rPr>
              <a:t>！</a:t>
            </a:r>
            <a:br>
              <a:rPr lang="en-US" sz="1800" b="0" i="0" u="none" strike="noStrike" cap="none" dirty="0">
                <a:solidFill>
                  <a:schemeClr val="dk1"/>
                </a:solidFill>
                <a:latin typeface="Calibri"/>
                <a:ea typeface="Calibri"/>
                <a:cs typeface="Calibri"/>
                <a:sym typeface="Calibri"/>
              </a:rPr>
            </a:br>
            <a:r>
              <a:rPr lang="en-US" sz="1650" b="0" i="0" u="none" strike="noStrike" cap="none" dirty="0">
                <a:solidFill>
                  <a:srgbClr val="E0E0E0"/>
                </a:solidFill>
                <a:latin typeface="Noto Sans JP"/>
                <a:ea typeface="Noto Sans JP"/>
                <a:cs typeface="Noto Sans JP"/>
                <a:sym typeface="Noto Sans JP"/>
              </a:rPr>
              <a:t> ➡ 焦らず正しい問題画面に戻してください。システムは毎回ゼロから点数を再計算するため、点数が二重に入ったりバグったりすることはありません。</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145"/>
        <p:cNvGrpSpPr/>
        <p:nvPr/>
      </p:nvGrpSpPr>
      <p:grpSpPr>
        <a:xfrm>
          <a:off x="0" y="0"/>
          <a:ext cx="0" cy="0"/>
          <a:chOff x="0" y="0"/>
          <a:chExt cx="0" cy="0"/>
        </a:xfrm>
      </p:grpSpPr>
      <p:pic>
        <p:nvPicPr>
          <p:cNvPr id="146" name="Google Shape;146;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47" name="Google Shape;147;p18"/>
          <p:cNvSpPr/>
          <p:nvPr/>
        </p:nvSpPr>
        <p:spPr>
          <a:xfrm>
            <a:off x="5524500" y="2386905"/>
            <a:ext cx="1143000" cy="5715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8" name="Google Shape;148;p18"/>
          <p:cNvSpPr txBox="1"/>
          <p:nvPr/>
        </p:nvSpPr>
        <p:spPr>
          <a:xfrm>
            <a:off x="295275" y="2729805"/>
            <a:ext cx="11601450" cy="1143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u="none" strike="noStrike" cap="none">
                <a:solidFill>
                  <a:srgbClr val="F8FAFC"/>
                </a:solidFill>
                <a:latin typeface="Poppins"/>
                <a:ea typeface="Poppins"/>
                <a:cs typeface="Poppins"/>
                <a:sym typeface="Poppins"/>
              </a:rPr>
              <a:t>Phase 2: 本番運営</a:t>
            </a:r>
            <a:endParaRPr/>
          </a:p>
        </p:txBody>
      </p:sp>
      <p:sp>
        <p:nvSpPr>
          <p:cNvPr id="149" name="Google Shape;149;p18"/>
          <p:cNvSpPr txBox="1"/>
          <p:nvPr/>
        </p:nvSpPr>
        <p:spPr>
          <a:xfrm>
            <a:off x="571500" y="4063305"/>
            <a:ext cx="11049000" cy="426690"/>
          </a:xfrm>
          <a:prstGeom prst="rect">
            <a:avLst/>
          </a:prstGeom>
          <a:noFill/>
          <a:ln>
            <a:noFill/>
          </a:ln>
        </p:spPr>
        <p:txBody>
          <a:bodyPr spcFirstLastPara="1" wrap="square" lIns="0" tIns="0" rIns="0" bIns="0" anchor="t" anchorCtr="0">
            <a:spAutoFit/>
          </a:bodyPr>
          <a:lstStyle/>
          <a:p>
            <a:pPr marL="0" marR="0" lvl="0" indent="0" algn="ctr" rtl="0">
              <a:lnSpc>
                <a:spcPct val="159952"/>
              </a:lnSpc>
              <a:spcBef>
                <a:spcPts val="0"/>
              </a:spcBef>
              <a:spcAft>
                <a:spcPts val="0"/>
              </a:spcAft>
              <a:buNone/>
            </a:pPr>
            <a:r>
              <a:rPr lang="en-US" sz="2100" b="0" i="0" u="none" strike="noStrike" cap="none">
                <a:solidFill>
                  <a:srgbClr val="94A3B8"/>
                </a:solidFill>
                <a:latin typeface="Lato"/>
                <a:ea typeface="Lato"/>
                <a:cs typeface="Lato"/>
                <a:sym typeface="Lato"/>
              </a:rPr>
              <a:t>受付から結果発表まで</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153"/>
        <p:cNvGrpSpPr/>
        <p:nvPr/>
      </p:nvGrpSpPr>
      <p:grpSpPr>
        <a:xfrm>
          <a:off x="0" y="0"/>
          <a:ext cx="0" cy="0"/>
          <a:chOff x="0" y="0"/>
          <a:chExt cx="0" cy="0"/>
        </a:xfrm>
      </p:grpSpPr>
      <p:pic>
        <p:nvPicPr>
          <p:cNvPr id="154" name="Google Shape;154;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57" name="Google Shape;157;p19"/>
          <p:cNvSpPr txBox="1"/>
          <p:nvPr/>
        </p:nvSpPr>
        <p:spPr>
          <a:xfrm>
            <a:off x="1047750" y="2878633"/>
            <a:ext cx="4762500" cy="36567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a:solidFill>
                  <a:srgbClr val="CBD5E1"/>
                </a:solidFill>
                <a:latin typeface="Lato"/>
                <a:ea typeface="Lato"/>
                <a:cs typeface="Lato"/>
                <a:sym typeface="Lato"/>
              </a:rPr>
              <a:t>スクリーンにQRコードを表示。</a:t>
            </a:r>
            <a:endParaRPr/>
          </a:p>
        </p:txBody>
      </p:sp>
      <p:sp>
        <p:nvSpPr>
          <p:cNvPr id="158" name="Google Shape;158;p19"/>
          <p:cNvSpPr txBox="1"/>
          <p:nvPr/>
        </p:nvSpPr>
        <p:spPr>
          <a:xfrm>
            <a:off x="1047750" y="3530054"/>
            <a:ext cx="4762500" cy="36567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a:solidFill>
                  <a:srgbClr val="CBD5E1"/>
                </a:solidFill>
                <a:latin typeface="Lato"/>
                <a:ea typeface="Lato"/>
                <a:cs typeface="Lato"/>
                <a:sym typeface="Lato"/>
              </a:rPr>
              <a:t>参加者は名前を入力し「参加」ボタン。</a:t>
            </a:r>
            <a:endParaRPr/>
          </a:p>
        </p:txBody>
      </p:sp>
      <p:sp>
        <p:nvSpPr>
          <p:cNvPr id="159" name="Google Shape;159;p19"/>
          <p:cNvSpPr txBox="1"/>
          <p:nvPr/>
        </p:nvSpPr>
        <p:spPr>
          <a:xfrm>
            <a:off x="1047750" y="4181475"/>
            <a:ext cx="4762500" cy="731341"/>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a:solidFill>
                  <a:srgbClr val="CBD5E1"/>
                </a:solidFill>
                <a:latin typeface="Lato"/>
                <a:ea typeface="Lato"/>
                <a:cs typeface="Lato"/>
                <a:sym typeface="Lato"/>
              </a:rPr>
              <a:t>会場画面(m.html)でリアルタイムに参加人数と名前を確認できます。</a:t>
            </a:r>
            <a:endParaRPr/>
          </a:p>
        </p:txBody>
      </p:sp>
      <p:pic>
        <p:nvPicPr>
          <p:cNvPr id="160" name="Google Shape;160;p19" descr="image.png"/>
          <p:cNvPicPr preferRelativeResize="0"/>
          <p:nvPr/>
        </p:nvPicPr>
        <p:blipFill rotWithShape="1">
          <a:blip r:embed="rId4">
            <a:alphaModFix/>
          </a:blip>
          <a:srcRect/>
          <a:stretch/>
        </p:blipFill>
        <p:spPr>
          <a:xfrm>
            <a:off x="571500" y="2921496"/>
            <a:ext cx="247650" cy="295275"/>
          </a:xfrm>
          <a:prstGeom prst="rect">
            <a:avLst/>
          </a:prstGeom>
          <a:noFill/>
          <a:ln>
            <a:noFill/>
          </a:ln>
        </p:spPr>
      </p:pic>
      <p:pic>
        <p:nvPicPr>
          <p:cNvPr id="161" name="Google Shape;161;p19" descr="image.png"/>
          <p:cNvPicPr preferRelativeResize="0"/>
          <p:nvPr/>
        </p:nvPicPr>
        <p:blipFill rotWithShape="1">
          <a:blip r:embed="rId5">
            <a:alphaModFix/>
          </a:blip>
          <a:srcRect/>
          <a:stretch/>
        </p:blipFill>
        <p:spPr>
          <a:xfrm>
            <a:off x="571500" y="3572916"/>
            <a:ext cx="361950" cy="295275"/>
          </a:xfrm>
          <a:prstGeom prst="rect">
            <a:avLst/>
          </a:prstGeom>
          <a:noFill/>
          <a:ln>
            <a:noFill/>
          </a:ln>
        </p:spPr>
      </p:pic>
      <p:pic>
        <p:nvPicPr>
          <p:cNvPr id="162" name="Google Shape;162;p19" descr="image.png"/>
          <p:cNvPicPr preferRelativeResize="0"/>
          <p:nvPr/>
        </p:nvPicPr>
        <p:blipFill rotWithShape="1">
          <a:blip r:embed="rId6">
            <a:alphaModFix/>
          </a:blip>
          <a:srcRect/>
          <a:stretch/>
        </p:blipFill>
        <p:spPr>
          <a:xfrm>
            <a:off x="571500" y="4224337"/>
            <a:ext cx="285750" cy="295275"/>
          </a:xfrm>
          <a:prstGeom prst="rect">
            <a:avLst/>
          </a:prstGeom>
          <a:noFill/>
          <a:ln>
            <a:noFill/>
          </a:ln>
        </p:spPr>
      </p:pic>
      <p:sp>
        <p:nvSpPr>
          <p:cNvPr id="163" name="Google Shape;163;p19"/>
          <p:cNvSpPr txBox="1"/>
          <p:nvPr/>
        </p:nvSpPr>
        <p:spPr>
          <a:xfrm>
            <a:off x="800100" y="571500"/>
            <a:ext cx="11361420" cy="685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0" i="0" u="none" strike="noStrike" cap="none">
                <a:solidFill>
                  <a:srgbClr val="F8FAFC"/>
                </a:solidFill>
                <a:latin typeface="Poppins SemiBold"/>
                <a:ea typeface="Poppins SemiBold"/>
                <a:cs typeface="Poppins SemiBold"/>
                <a:sym typeface="Poppins SemiBold"/>
              </a:rPr>
              <a:t>参加者の受付</a:t>
            </a:r>
            <a:endParaRPr/>
          </a:p>
        </p:txBody>
      </p:sp>
      <p:sp>
        <p:nvSpPr>
          <p:cNvPr id="164" name="Google Shape;164;p19"/>
          <p:cNvSpPr/>
          <p:nvPr/>
        </p:nvSpPr>
        <p:spPr>
          <a:xfrm>
            <a:off x="571500" y="571500"/>
            <a:ext cx="76200" cy="6858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 name="図 2">
            <a:extLst>
              <a:ext uri="{FF2B5EF4-FFF2-40B4-BE49-F238E27FC236}">
                <a16:creationId xmlns:a16="http://schemas.microsoft.com/office/drawing/2014/main" id="{B33E81C7-F893-4C2F-5850-10A193796C4D}"/>
              </a:ext>
            </a:extLst>
          </p:cNvPr>
          <p:cNvPicPr>
            <a:picLocks noChangeAspect="1"/>
          </p:cNvPicPr>
          <p:nvPr/>
        </p:nvPicPr>
        <p:blipFill>
          <a:blip r:embed="rId7"/>
          <a:stretch>
            <a:fillRect/>
          </a:stretch>
        </p:blipFill>
        <p:spPr>
          <a:xfrm>
            <a:off x="6096000" y="1316191"/>
            <a:ext cx="5593565" cy="479339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168"/>
        <p:cNvGrpSpPr/>
        <p:nvPr/>
      </p:nvGrpSpPr>
      <p:grpSpPr>
        <a:xfrm>
          <a:off x="0" y="0"/>
          <a:ext cx="0" cy="0"/>
          <a:chOff x="0" y="0"/>
          <a:chExt cx="0" cy="0"/>
        </a:xfrm>
      </p:grpSpPr>
      <p:pic>
        <p:nvPicPr>
          <p:cNvPr id="169" name="Google Shape;169;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70" name="Google Shape;170;p20"/>
          <p:cNvSpPr txBox="1"/>
          <p:nvPr/>
        </p:nvSpPr>
        <p:spPr>
          <a:xfrm>
            <a:off x="1428750" y="2735758"/>
            <a:ext cx="10191750" cy="36567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1" i="0" u="none" strike="noStrike" cap="none">
                <a:solidFill>
                  <a:srgbClr val="CBD5E1"/>
                </a:solidFill>
                <a:latin typeface="Lato"/>
                <a:ea typeface="Lato"/>
                <a:cs typeface="Lato"/>
                <a:sym typeface="Lato"/>
              </a:rPr>
              <a:t>START QUIZ:</a:t>
            </a:r>
            <a:r>
              <a:rPr lang="en-US" sz="1800" b="0" i="0" u="none" strike="noStrike" cap="none">
                <a:solidFill>
                  <a:srgbClr val="CBD5E1"/>
                </a:solidFill>
                <a:latin typeface="Lato"/>
                <a:ea typeface="Lato"/>
                <a:cs typeface="Lato"/>
                <a:sym typeface="Lato"/>
              </a:rPr>
              <a:t> 最初の問題を表示し、受付を終了します。</a:t>
            </a:r>
            <a:endParaRPr/>
          </a:p>
        </p:txBody>
      </p:sp>
      <p:sp>
        <p:nvSpPr>
          <p:cNvPr id="171" name="Google Shape;171;p20"/>
          <p:cNvSpPr txBox="1"/>
          <p:nvPr/>
        </p:nvSpPr>
        <p:spPr>
          <a:xfrm>
            <a:off x="1428750" y="3387179"/>
            <a:ext cx="10191750" cy="36567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1" i="0" u="none" strike="noStrike" cap="none">
                <a:solidFill>
                  <a:srgbClr val="CBD5E1"/>
                </a:solidFill>
                <a:latin typeface="Lato"/>
                <a:ea typeface="Lato"/>
                <a:cs typeface="Lato"/>
                <a:sym typeface="Lato"/>
              </a:rPr>
              <a:t>SHOW ANSWER:</a:t>
            </a:r>
            <a:r>
              <a:rPr lang="en-US" sz="1800" b="0" i="0" u="none" strike="noStrike" cap="none">
                <a:solidFill>
                  <a:srgbClr val="CBD5E1"/>
                </a:solidFill>
                <a:latin typeface="Lato"/>
                <a:ea typeface="Lato"/>
                <a:cs typeface="Lato"/>
                <a:sym typeface="Lato"/>
              </a:rPr>
              <a:t> 回答を締め切り、正解と統計を提示します。</a:t>
            </a:r>
            <a:endParaRPr/>
          </a:p>
        </p:txBody>
      </p:sp>
      <p:sp>
        <p:nvSpPr>
          <p:cNvPr id="172" name="Google Shape;172;p20"/>
          <p:cNvSpPr txBox="1"/>
          <p:nvPr/>
        </p:nvSpPr>
        <p:spPr>
          <a:xfrm>
            <a:off x="1428750" y="4038600"/>
            <a:ext cx="10191750" cy="36567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1" i="0" u="none" strike="noStrike" cap="none">
                <a:solidFill>
                  <a:srgbClr val="CBD5E1"/>
                </a:solidFill>
                <a:latin typeface="Lato"/>
                <a:ea typeface="Lato"/>
                <a:cs typeface="Lato"/>
                <a:sym typeface="Lato"/>
              </a:rPr>
              <a:t>NEXT QUESTION:</a:t>
            </a:r>
            <a:r>
              <a:rPr lang="en-US" sz="1800" b="0" i="0" u="none" strike="noStrike" cap="none">
                <a:solidFill>
                  <a:srgbClr val="CBD5E1"/>
                </a:solidFill>
                <a:latin typeface="Lato"/>
                <a:ea typeface="Lato"/>
                <a:cs typeface="Lato"/>
                <a:sym typeface="Lato"/>
              </a:rPr>
              <a:t> 全員が正解を確認したら、次の問題へ。</a:t>
            </a:r>
            <a:endParaRPr/>
          </a:p>
        </p:txBody>
      </p:sp>
      <p:sp>
        <p:nvSpPr>
          <p:cNvPr id="173" name="Google Shape;173;p20"/>
          <p:cNvSpPr txBox="1"/>
          <p:nvPr/>
        </p:nvSpPr>
        <p:spPr>
          <a:xfrm>
            <a:off x="1428750" y="4690020"/>
            <a:ext cx="10191750" cy="36567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1" i="0" u="none" strike="noStrike" cap="none">
                <a:solidFill>
                  <a:srgbClr val="CBD5E1"/>
                </a:solidFill>
                <a:latin typeface="Lato"/>
                <a:ea typeface="Lato"/>
                <a:cs typeface="Lato"/>
                <a:sym typeface="Lato"/>
              </a:rPr>
              <a:t>SHOW RESULTS:</a:t>
            </a:r>
            <a:r>
              <a:rPr lang="en-US" sz="1800" b="0" i="0" u="none" strike="noStrike" cap="none">
                <a:solidFill>
                  <a:srgbClr val="CBD5E1"/>
                </a:solidFill>
                <a:latin typeface="Lato"/>
                <a:ea typeface="Lato"/>
                <a:cs typeface="Lato"/>
                <a:sym typeface="Lato"/>
              </a:rPr>
              <a:t> 全問終了後、最終ランキングを表示。</a:t>
            </a:r>
            <a:endParaRPr/>
          </a:p>
        </p:txBody>
      </p:sp>
      <p:pic>
        <p:nvPicPr>
          <p:cNvPr id="174" name="Google Shape;174;p20" descr="image.png"/>
          <p:cNvPicPr preferRelativeResize="0"/>
          <p:nvPr/>
        </p:nvPicPr>
        <p:blipFill rotWithShape="1">
          <a:blip r:embed="rId4">
            <a:alphaModFix/>
          </a:blip>
          <a:srcRect/>
          <a:stretch/>
        </p:blipFill>
        <p:spPr>
          <a:xfrm>
            <a:off x="952500" y="2778621"/>
            <a:ext cx="219075" cy="295275"/>
          </a:xfrm>
          <a:prstGeom prst="rect">
            <a:avLst/>
          </a:prstGeom>
          <a:noFill/>
          <a:ln>
            <a:noFill/>
          </a:ln>
        </p:spPr>
      </p:pic>
      <p:pic>
        <p:nvPicPr>
          <p:cNvPr id="175" name="Google Shape;175;p20" descr="image.png"/>
          <p:cNvPicPr preferRelativeResize="0"/>
          <p:nvPr/>
        </p:nvPicPr>
        <p:blipFill rotWithShape="1">
          <a:blip r:embed="rId5">
            <a:alphaModFix/>
          </a:blip>
          <a:srcRect/>
          <a:stretch/>
        </p:blipFill>
        <p:spPr>
          <a:xfrm>
            <a:off x="952500" y="3430041"/>
            <a:ext cx="323850" cy="295275"/>
          </a:xfrm>
          <a:prstGeom prst="rect">
            <a:avLst/>
          </a:prstGeom>
          <a:noFill/>
          <a:ln>
            <a:noFill/>
          </a:ln>
        </p:spPr>
      </p:pic>
      <p:pic>
        <p:nvPicPr>
          <p:cNvPr id="176" name="Google Shape;176;p20" descr="image.png"/>
          <p:cNvPicPr preferRelativeResize="0"/>
          <p:nvPr/>
        </p:nvPicPr>
        <p:blipFill rotWithShape="1">
          <a:blip r:embed="rId6">
            <a:alphaModFix/>
          </a:blip>
          <a:srcRect/>
          <a:stretch/>
        </p:blipFill>
        <p:spPr>
          <a:xfrm>
            <a:off x="952500" y="4081462"/>
            <a:ext cx="180975" cy="295275"/>
          </a:xfrm>
          <a:prstGeom prst="rect">
            <a:avLst/>
          </a:prstGeom>
          <a:noFill/>
          <a:ln>
            <a:noFill/>
          </a:ln>
        </p:spPr>
      </p:pic>
      <p:pic>
        <p:nvPicPr>
          <p:cNvPr id="177" name="Google Shape;177;p20" descr="image.png"/>
          <p:cNvPicPr preferRelativeResize="0"/>
          <p:nvPr/>
        </p:nvPicPr>
        <p:blipFill rotWithShape="1">
          <a:blip r:embed="rId7">
            <a:alphaModFix/>
          </a:blip>
          <a:srcRect/>
          <a:stretch/>
        </p:blipFill>
        <p:spPr>
          <a:xfrm>
            <a:off x="952500" y="4732883"/>
            <a:ext cx="323850" cy="295275"/>
          </a:xfrm>
          <a:prstGeom prst="rect">
            <a:avLst/>
          </a:prstGeom>
          <a:noFill/>
          <a:ln>
            <a:noFill/>
          </a:ln>
        </p:spPr>
      </p:pic>
      <p:sp>
        <p:nvSpPr>
          <p:cNvPr id="178" name="Google Shape;178;p20"/>
          <p:cNvSpPr txBox="1"/>
          <p:nvPr/>
        </p:nvSpPr>
        <p:spPr>
          <a:xfrm>
            <a:off x="800100" y="571500"/>
            <a:ext cx="11361420" cy="685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0" i="0" u="none" strike="noStrike" cap="none">
                <a:solidFill>
                  <a:srgbClr val="F8FAFC"/>
                </a:solidFill>
                <a:latin typeface="Poppins SemiBold"/>
                <a:ea typeface="Poppins SemiBold"/>
                <a:cs typeface="Poppins SemiBold"/>
                <a:sym typeface="Poppins SemiBold"/>
              </a:rPr>
              <a:t>クイズの進行手順</a:t>
            </a:r>
            <a:endParaRPr/>
          </a:p>
        </p:txBody>
      </p:sp>
      <p:sp>
        <p:nvSpPr>
          <p:cNvPr id="179" name="Google Shape;179;p20"/>
          <p:cNvSpPr/>
          <p:nvPr/>
        </p:nvSpPr>
        <p:spPr>
          <a:xfrm>
            <a:off x="571500" y="571500"/>
            <a:ext cx="76200" cy="6858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183"/>
        <p:cNvGrpSpPr/>
        <p:nvPr/>
      </p:nvGrpSpPr>
      <p:grpSpPr>
        <a:xfrm>
          <a:off x="0" y="0"/>
          <a:ext cx="0" cy="0"/>
          <a:chOff x="0" y="0"/>
          <a:chExt cx="0" cy="0"/>
        </a:xfrm>
      </p:grpSpPr>
      <p:pic>
        <p:nvPicPr>
          <p:cNvPr id="184" name="Google Shape;184;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85" name="Google Shape;185;p21"/>
          <p:cNvSpPr/>
          <p:nvPr/>
        </p:nvSpPr>
        <p:spPr>
          <a:xfrm>
            <a:off x="952500" y="4419600"/>
            <a:ext cx="10287000" cy="38100"/>
          </a:xfrm>
          <a:prstGeom prst="rect">
            <a:avLst/>
          </a:prstGeom>
          <a:solidFill>
            <a:srgbClr val="47556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6" name="Google Shape;186;p21"/>
          <p:cNvSpPr/>
          <p:nvPr/>
        </p:nvSpPr>
        <p:spPr>
          <a:xfrm>
            <a:off x="1771650" y="3694807"/>
            <a:ext cx="266700" cy="266700"/>
          </a:xfrm>
          <a:prstGeom prst="roundRect">
            <a:avLst>
              <a:gd name="adj" fmla="val 50000"/>
            </a:avLst>
          </a:prstGeom>
          <a:solidFill>
            <a:srgbClr val="10B981"/>
          </a:solidFill>
          <a:ln w="38100" cap="flat" cmpd="sng">
            <a:solidFill>
              <a:srgbClr val="1E29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7" name="Google Shape;187;p21"/>
          <p:cNvSpPr txBox="1"/>
          <p:nvPr/>
        </p:nvSpPr>
        <p:spPr>
          <a:xfrm>
            <a:off x="904875" y="4152007"/>
            <a:ext cx="2000250"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4" b="1" i="0" u="none" strike="noStrike" cap="none">
                <a:solidFill>
                  <a:srgbClr val="F8FAFC"/>
                </a:solidFill>
                <a:latin typeface="Poppins"/>
                <a:ea typeface="Poppins"/>
                <a:cs typeface="Poppins"/>
                <a:sym typeface="Poppins"/>
              </a:rPr>
              <a:t>待機</a:t>
            </a:r>
            <a:endParaRPr/>
          </a:p>
        </p:txBody>
      </p:sp>
      <p:sp>
        <p:nvSpPr>
          <p:cNvPr id="188" name="Google Shape;188;p21"/>
          <p:cNvSpPr txBox="1"/>
          <p:nvPr/>
        </p:nvSpPr>
        <p:spPr>
          <a:xfrm>
            <a:off x="952500" y="4637782"/>
            <a:ext cx="1905000" cy="33516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650" b="0" i="0" u="none" strike="noStrike" cap="none">
                <a:solidFill>
                  <a:srgbClr val="CBD5E1"/>
                </a:solidFill>
                <a:latin typeface="Lato"/>
                <a:ea typeface="Lato"/>
                <a:cs typeface="Lato"/>
                <a:sym typeface="Lato"/>
              </a:rPr>
              <a:t>受付画面の投影</a:t>
            </a:r>
            <a:endParaRPr/>
          </a:p>
        </p:txBody>
      </p:sp>
      <p:sp>
        <p:nvSpPr>
          <p:cNvPr id="189" name="Google Shape;189;p21"/>
          <p:cNvSpPr/>
          <p:nvPr/>
        </p:nvSpPr>
        <p:spPr>
          <a:xfrm>
            <a:off x="4565600" y="3694807"/>
            <a:ext cx="266700" cy="266700"/>
          </a:xfrm>
          <a:prstGeom prst="roundRect">
            <a:avLst>
              <a:gd name="adj" fmla="val 50000"/>
            </a:avLst>
          </a:prstGeom>
          <a:solidFill>
            <a:srgbClr val="10B981"/>
          </a:solidFill>
          <a:ln w="38100" cap="flat" cmpd="sng">
            <a:solidFill>
              <a:srgbClr val="1E29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0" name="Google Shape;190;p21"/>
          <p:cNvSpPr txBox="1"/>
          <p:nvPr/>
        </p:nvSpPr>
        <p:spPr>
          <a:xfrm>
            <a:off x="3698825" y="4152007"/>
            <a:ext cx="2000250"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4" b="1" i="0" u="none" strike="noStrike" cap="none">
                <a:solidFill>
                  <a:srgbClr val="F8FAFC"/>
                </a:solidFill>
                <a:latin typeface="Poppins"/>
                <a:ea typeface="Poppins"/>
                <a:cs typeface="Poppins"/>
                <a:sym typeface="Poppins"/>
              </a:rPr>
              <a:t>出題</a:t>
            </a:r>
            <a:endParaRPr/>
          </a:p>
        </p:txBody>
      </p:sp>
      <p:sp>
        <p:nvSpPr>
          <p:cNvPr id="191" name="Google Shape;191;p21"/>
          <p:cNvSpPr txBox="1"/>
          <p:nvPr/>
        </p:nvSpPr>
        <p:spPr>
          <a:xfrm>
            <a:off x="3746450" y="4637782"/>
            <a:ext cx="1905000" cy="33516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650" b="0" i="0" u="none" strike="noStrike" cap="none">
                <a:solidFill>
                  <a:srgbClr val="CBD5E1"/>
                </a:solidFill>
                <a:latin typeface="Lato"/>
                <a:ea typeface="Lato"/>
                <a:cs typeface="Lato"/>
                <a:sym typeface="Lato"/>
              </a:rPr>
              <a:t>問題文の表示</a:t>
            </a:r>
            <a:endParaRPr/>
          </a:p>
        </p:txBody>
      </p:sp>
      <p:sp>
        <p:nvSpPr>
          <p:cNvPr id="192" name="Google Shape;192;p21"/>
          <p:cNvSpPr/>
          <p:nvPr/>
        </p:nvSpPr>
        <p:spPr>
          <a:xfrm>
            <a:off x="7359550" y="3694807"/>
            <a:ext cx="266700" cy="266700"/>
          </a:xfrm>
          <a:prstGeom prst="roundRect">
            <a:avLst>
              <a:gd name="adj" fmla="val 50000"/>
            </a:avLst>
          </a:prstGeom>
          <a:solidFill>
            <a:srgbClr val="10B981"/>
          </a:solidFill>
          <a:ln w="38100" cap="flat" cmpd="sng">
            <a:solidFill>
              <a:srgbClr val="1E29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3" name="Google Shape;193;p21"/>
          <p:cNvSpPr txBox="1"/>
          <p:nvPr/>
        </p:nvSpPr>
        <p:spPr>
          <a:xfrm>
            <a:off x="6492775" y="4152007"/>
            <a:ext cx="2000250"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4" b="1" i="0" u="none" strike="noStrike" cap="none">
                <a:solidFill>
                  <a:srgbClr val="F8FAFC"/>
                </a:solidFill>
                <a:latin typeface="Poppins"/>
                <a:ea typeface="Poppins"/>
                <a:cs typeface="Poppins"/>
                <a:sym typeface="Poppins"/>
              </a:rPr>
              <a:t>締切</a:t>
            </a:r>
            <a:endParaRPr/>
          </a:p>
        </p:txBody>
      </p:sp>
      <p:sp>
        <p:nvSpPr>
          <p:cNvPr id="194" name="Google Shape;194;p21"/>
          <p:cNvSpPr txBox="1"/>
          <p:nvPr/>
        </p:nvSpPr>
        <p:spPr>
          <a:xfrm>
            <a:off x="6540400" y="4637782"/>
            <a:ext cx="1905000" cy="33516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650" b="0" i="0" u="none" strike="noStrike" cap="none">
                <a:solidFill>
                  <a:srgbClr val="CBD5E1"/>
                </a:solidFill>
                <a:latin typeface="Lato"/>
                <a:ea typeface="Lato"/>
                <a:cs typeface="Lato"/>
                <a:sym typeface="Lato"/>
              </a:rPr>
              <a:t>正解の発表</a:t>
            </a:r>
            <a:endParaRPr/>
          </a:p>
        </p:txBody>
      </p:sp>
      <p:sp>
        <p:nvSpPr>
          <p:cNvPr id="195" name="Google Shape;195;p21"/>
          <p:cNvSpPr/>
          <p:nvPr/>
        </p:nvSpPr>
        <p:spPr>
          <a:xfrm>
            <a:off x="10153501" y="3694807"/>
            <a:ext cx="266700" cy="266700"/>
          </a:xfrm>
          <a:prstGeom prst="roundRect">
            <a:avLst>
              <a:gd name="adj" fmla="val 50000"/>
            </a:avLst>
          </a:prstGeom>
          <a:solidFill>
            <a:srgbClr val="10B981"/>
          </a:solidFill>
          <a:ln w="38100" cap="flat" cmpd="sng">
            <a:solidFill>
              <a:srgbClr val="1E29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6" name="Google Shape;196;p21"/>
          <p:cNvSpPr txBox="1"/>
          <p:nvPr/>
        </p:nvSpPr>
        <p:spPr>
          <a:xfrm>
            <a:off x="9286726" y="4152007"/>
            <a:ext cx="2000250"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4" b="1" i="0" u="none" strike="noStrike" cap="none">
                <a:solidFill>
                  <a:srgbClr val="F8FAFC"/>
                </a:solidFill>
                <a:latin typeface="Poppins"/>
                <a:ea typeface="Poppins"/>
                <a:cs typeface="Poppins"/>
                <a:sym typeface="Poppins"/>
              </a:rPr>
              <a:t>発表</a:t>
            </a:r>
            <a:endParaRPr/>
          </a:p>
        </p:txBody>
      </p:sp>
      <p:sp>
        <p:nvSpPr>
          <p:cNvPr id="197" name="Google Shape;197;p21"/>
          <p:cNvSpPr txBox="1"/>
          <p:nvPr/>
        </p:nvSpPr>
        <p:spPr>
          <a:xfrm>
            <a:off x="9334351" y="4637782"/>
            <a:ext cx="1905000" cy="33516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650" b="0" i="0" u="none" strike="noStrike" cap="none">
                <a:solidFill>
                  <a:srgbClr val="CBD5E1"/>
                </a:solidFill>
                <a:latin typeface="Lato"/>
                <a:ea typeface="Lato"/>
                <a:cs typeface="Lato"/>
                <a:sym typeface="Lato"/>
              </a:rPr>
              <a:t>最終ランク表示</a:t>
            </a:r>
            <a:endParaRPr/>
          </a:p>
        </p:txBody>
      </p:sp>
      <p:sp>
        <p:nvSpPr>
          <p:cNvPr id="198" name="Google Shape;198;p21"/>
          <p:cNvSpPr txBox="1"/>
          <p:nvPr/>
        </p:nvSpPr>
        <p:spPr>
          <a:xfrm>
            <a:off x="800100" y="571500"/>
            <a:ext cx="11361420" cy="685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0" i="0" u="none" strike="noStrike" cap="none">
                <a:solidFill>
                  <a:srgbClr val="F8FAFC"/>
                </a:solidFill>
                <a:latin typeface="Poppins SemiBold"/>
                <a:ea typeface="Poppins SemiBold"/>
                <a:cs typeface="Poppins SemiBold"/>
                <a:sym typeface="Poppins SemiBold"/>
              </a:rPr>
              <a:t>運営コントロールのフロー</a:t>
            </a:r>
            <a:endParaRPr/>
          </a:p>
        </p:txBody>
      </p:sp>
      <p:sp>
        <p:nvSpPr>
          <p:cNvPr id="199" name="Google Shape;199;p21"/>
          <p:cNvSpPr/>
          <p:nvPr/>
        </p:nvSpPr>
        <p:spPr>
          <a:xfrm>
            <a:off x="571500" y="571500"/>
            <a:ext cx="76200" cy="6858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Google Shape;91;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92" name="Google Shape;92;p14"/>
          <p:cNvSpPr/>
          <p:nvPr/>
        </p:nvSpPr>
        <p:spPr>
          <a:xfrm>
            <a:off x="5524500" y="1996380"/>
            <a:ext cx="1143000" cy="57150"/>
          </a:xfrm>
          <a:prstGeom prst="rect">
            <a:avLst/>
          </a:prstGeom>
          <a:solidFill>
            <a:srgbClr val="3498D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3" name="Google Shape;93;p14"/>
          <p:cNvSpPr txBox="1"/>
          <p:nvPr/>
        </p:nvSpPr>
        <p:spPr>
          <a:xfrm>
            <a:off x="2215514" y="2339280"/>
            <a:ext cx="7760970" cy="19240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5250" b="1" i="0" u="none" strike="noStrike" cap="none">
                <a:solidFill>
                  <a:srgbClr val="F1C40F"/>
                </a:solidFill>
                <a:latin typeface="Noto Sans JP"/>
                <a:ea typeface="Noto Sans JP"/>
                <a:cs typeface="Noto Sans JP"/>
                <a:sym typeface="Noto Sans JP"/>
              </a:rPr>
              <a:t>1台のPCで運用する際の</a:t>
            </a:r>
            <a:br>
              <a:rPr lang="en-US" sz="1800" b="0" i="0" u="none" strike="noStrike" cap="none">
                <a:solidFill>
                  <a:schemeClr val="dk1"/>
                </a:solidFill>
                <a:latin typeface="Calibri"/>
                <a:ea typeface="Calibri"/>
                <a:cs typeface="Calibri"/>
                <a:sym typeface="Calibri"/>
              </a:rPr>
            </a:br>
            <a:r>
              <a:rPr lang="en-US" sz="5250" b="1" i="0" u="none" strike="noStrike" cap="none">
                <a:solidFill>
                  <a:srgbClr val="F1C40F"/>
                </a:solidFill>
                <a:latin typeface="Noto Sans JP"/>
                <a:ea typeface="Noto Sans JP"/>
                <a:cs typeface="Noto Sans JP"/>
                <a:sym typeface="Noto Sans JP"/>
              </a:rPr>
              <a:t> 【超重要】ルール</a:t>
            </a:r>
            <a:endParaRPr/>
          </a:p>
        </p:txBody>
      </p:sp>
      <p:sp>
        <p:nvSpPr>
          <p:cNvPr id="94" name="Google Shape;94;p14"/>
          <p:cNvSpPr txBox="1"/>
          <p:nvPr/>
        </p:nvSpPr>
        <p:spPr>
          <a:xfrm>
            <a:off x="3028950" y="4453830"/>
            <a:ext cx="6134100" cy="426690"/>
          </a:xfrm>
          <a:prstGeom prst="rect">
            <a:avLst/>
          </a:prstGeom>
          <a:noFill/>
          <a:ln>
            <a:noFill/>
          </a:ln>
        </p:spPr>
        <p:txBody>
          <a:bodyPr spcFirstLastPara="1" wrap="square" lIns="0" tIns="0" rIns="0" bIns="0" anchor="t" anchorCtr="0">
            <a:spAutoFit/>
          </a:bodyPr>
          <a:lstStyle/>
          <a:p>
            <a:pPr marL="0" marR="0" lvl="0" indent="0" algn="ctr" rtl="0">
              <a:lnSpc>
                <a:spcPct val="159952"/>
              </a:lnSpc>
              <a:spcBef>
                <a:spcPts val="0"/>
              </a:spcBef>
              <a:spcAft>
                <a:spcPts val="0"/>
              </a:spcAft>
              <a:buNone/>
            </a:pPr>
            <a:r>
              <a:rPr lang="en-US" sz="2100" b="0" i="0" u="none" strike="noStrike" cap="none">
                <a:solidFill>
                  <a:srgbClr val="E0E0E0"/>
                </a:solidFill>
                <a:latin typeface="Noto Sans JP"/>
                <a:ea typeface="Noto Sans JP"/>
                <a:cs typeface="Noto Sans JP"/>
                <a:sym typeface="Noto Sans JP"/>
              </a:rPr>
              <a:t>正解や管理画面が参加者にバレないための必須設定</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pic>
        <p:nvPicPr>
          <p:cNvPr id="99" name="Google Shape;99;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00" name="Google Shape;100;p15" descr="image.png"/>
          <p:cNvPicPr preferRelativeResize="0"/>
          <p:nvPr/>
        </p:nvPicPr>
        <p:blipFill rotWithShape="1">
          <a:blip r:embed="rId4">
            <a:alphaModFix/>
          </a:blip>
          <a:srcRect/>
          <a:stretch/>
        </p:blipFill>
        <p:spPr>
          <a:xfrm>
            <a:off x="571500" y="3529859"/>
            <a:ext cx="5191125" cy="3049190"/>
          </a:xfrm>
          <a:prstGeom prst="rect">
            <a:avLst/>
          </a:prstGeom>
          <a:noFill/>
          <a:ln>
            <a:noFill/>
          </a:ln>
        </p:spPr>
      </p:pic>
      <p:pic>
        <p:nvPicPr>
          <p:cNvPr id="101" name="Google Shape;101;p15" descr="image.png"/>
          <p:cNvPicPr preferRelativeResize="0"/>
          <p:nvPr/>
        </p:nvPicPr>
        <p:blipFill rotWithShape="1">
          <a:blip r:embed="rId5">
            <a:alphaModFix/>
          </a:blip>
          <a:srcRect/>
          <a:stretch/>
        </p:blipFill>
        <p:spPr>
          <a:xfrm>
            <a:off x="6429375" y="2150715"/>
            <a:ext cx="5191125" cy="3619500"/>
          </a:xfrm>
          <a:prstGeom prst="rect">
            <a:avLst/>
          </a:prstGeom>
          <a:noFill/>
          <a:ln>
            <a:noFill/>
          </a:ln>
        </p:spPr>
      </p:pic>
      <p:sp>
        <p:nvSpPr>
          <p:cNvPr id="102" name="Google Shape;102;p15"/>
          <p:cNvSpPr txBox="1"/>
          <p:nvPr/>
        </p:nvSpPr>
        <p:spPr>
          <a:xfrm>
            <a:off x="571500" y="387101"/>
            <a:ext cx="11601450" cy="58668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600" b="1" i="0" u="none" strike="noStrike" cap="none">
                <a:solidFill>
                  <a:srgbClr val="FFFFFF"/>
                </a:solidFill>
                <a:latin typeface="Noto Sans JP"/>
                <a:ea typeface="Noto Sans JP"/>
                <a:cs typeface="Noto Sans JP"/>
                <a:sym typeface="Noto Sans JP"/>
              </a:rPr>
              <a:t>ディスプレイ設定は</a:t>
            </a:r>
            <a:r>
              <a:rPr lang="en-US" sz="3600" b="1" i="0" u="none" strike="noStrike" cap="none">
                <a:solidFill>
                  <a:srgbClr val="E74C3C"/>
                </a:solidFill>
                <a:latin typeface="Noto Sans JP"/>
                <a:ea typeface="Noto Sans JP"/>
                <a:cs typeface="Noto Sans JP"/>
                <a:sym typeface="Noto Sans JP"/>
              </a:rPr>
              <a:t>「拡張」</a:t>
            </a:r>
            <a:r>
              <a:rPr lang="en-US" sz="3600" b="1" i="0" u="none" strike="noStrike" cap="none">
                <a:solidFill>
                  <a:srgbClr val="FFFFFF"/>
                </a:solidFill>
                <a:latin typeface="Noto Sans JP"/>
                <a:ea typeface="Noto Sans JP"/>
                <a:cs typeface="Noto Sans JP"/>
                <a:sym typeface="Noto Sans JP"/>
              </a:rPr>
              <a:t>に！</a:t>
            </a:r>
            <a:endParaRPr/>
          </a:p>
        </p:txBody>
      </p:sp>
      <p:sp>
        <p:nvSpPr>
          <p:cNvPr id="103" name="Google Shape;103;p15"/>
          <p:cNvSpPr/>
          <p:nvPr/>
        </p:nvSpPr>
        <p:spPr>
          <a:xfrm>
            <a:off x="571500" y="1030932"/>
            <a:ext cx="11049000" cy="38100"/>
          </a:xfrm>
          <a:prstGeom prst="rect">
            <a:avLst/>
          </a:prstGeom>
          <a:solidFill>
            <a:srgbClr val="3498D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4" name="Google Shape;104;p15"/>
          <p:cNvSpPr txBox="1"/>
          <p:nvPr/>
        </p:nvSpPr>
        <p:spPr>
          <a:xfrm>
            <a:off x="571500" y="1697682"/>
            <a:ext cx="5191125" cy="14859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950" b="0" i="0" u="none" strike="noStrike" cap="none" dirty="0">
                <a:solidFill>
                  <a:srgbClr val="E0E0E0"/>
                </a:solidFill>
                <a:latin typeface="Noto Sans JP"/>
                <a:ea typeface="Noto Sans JP"/>
                <a:cs typeface="Noto Sans JP"/>
                <a:sym typeface="Noto Sans JP"/>
              </a:rPr>
              <a:t>パソコンとプロジェクターを繋いだ際、設定を「画面の複製」にしてしまうと、</a:t>
            </a:r>
            <a:r>
              <a:rPr lang="en-US" sz="1950" b="1" i="0" u="none" strike="noStrike" cap="none" dirty="0">
                <a:solidFill>
                  <a:srgbClr val="E74C3C"/>
                </a:solidFill>
                <a:latin typeface="Noto Sans JP"/>
                <a:ea typeface="Noto Sans JP"/>
                <a:cs typeface="Noto Sans JP"/>
                <a:sym typeface="Noto Sans JP"/>
              </a:rPr>
              <a:t>司会者が見ている正解や裏側の管理画面が、参加者全員に丸見え</a:t>
            </a:r>
            <a:r>
              <a:rPr lang="en-US" sz="1950" b="0" i="0" u="none" strike="noStrike" cap="none" dirty="0">
                <a:solidFill>
                  <a:srgbClr val="E0E0E0"/>
                </a:solidFill>
                <a:latin typeface="Noto Sans JP"/>
                <a:ea typeface="Noto Sans JP"/>
                <a:cs typeface="Noto Sans JP"/>
                <a:sym typeface="Noto Sans JP"/>
              </a:rPr>
              <a:t>になってしまいます！</a:t>
            </a:r>
            <a:endParaRPr dirty="0"/>
          </a:p>
        </p:txBody>
      </p:sp>
      <p:sp>
        <p:nvSpPr>
          <p:cNvPr id="105" name="Google Shape;105;p15"/>
          <p:cNvSpPr txBox="1"/>
          <p:nvPr/>
        </p:nvSpPr>
        <p:spPr>
          <a:xfrm>
            <a:off x="828675" y="3678882"/>
            <a:ext cx="4910613" cy="381000"/>
          </a:xfrm>
          <a:prstGeom prst="rect">
            <a:avLst/>
          </a:prstGeom>
          <a:noFill/>
          <a:ln>
            <a:noFill/>
          </a:ln>
        </p:spPr>
        <p:txBody>
          <a:bodyPr spcFirstLastPara="1" wrap="square" lIns="314325" tIns="0" rIns="0" bIns="0" anchor="t" anchorCtr="0">
            <a:spAutoFit/>
          </a:bodyPr>
          <a:lstStyle/>
          <a:p>
            <a:pPr marL="0" marR="0" lvl="0" indent="0" algn="l" rtl="0">
              <a:spcBef>
                <a:spcPts val="0"/>
              </a:spcBef>
              <a:spcAft>
                <a:spcPts val="0"/>
              </a:spcAft>
              <a:buNone/>
            </a:pPr>
            <a:r>
              <a:rPr lang="en-US" sz="2100" b="1" i="0" u="none" strike="noStrike" cap="none">
                <a:solidFill>
                  <a:srgbClr val="3498DB"/>
                </a:solidFill>
                <a:latin typeface="Noto Sans JP"/>
                <a:ea typeface="Noto Sans JP"/>
                <a:cs typeface="Noto Sans JP"/>
                <a:sym typeface="Noto Sans JP"/>
              </a:rPr>
              <a:t>設定方法</a:t>
            </a:r>
            <a:endParaRPr/>
          </a:p>
        </p:txBody>
      </p:sp>
      <p:sp>
        <p:nvSpPr>
          <p:cNvPr id="106" name="Google Shape;106;p15"/>
          <p:cNvSpPr txBox="1"/>
          <p:nvPr/>
        </p:nvSpPr>
        <p:spPr>
          <a:xfrm>
            <a:off x="737419" y="4202757"/>
            <a:ext cx="5001869" cy="1526893"/>
          </a:xfrm>
          <a:prstGeom prst="rect">
            <a:avLst/>
          </a:prstGeom>
          <a:noFill/>
          <a:ln>
            <a:noFill/>
          </a:ln>
        </p:spPr>
        <p:txBody>
          <a:bodyPr spcFirstLastPara="1" wrap="square" lIns="0" tIns="0" rIns="0" bIns="0" anchor="t" anchorCtr="0">
            <a:spAutoFit/>
          </a:bodyPr>
          <a:lstStyle/>
          <a:p>
            <a:pPr marL="0" marR="0" lvl="0" indent="0" algn="l" rtl="0">
              <a:lnSpc>
                <a:spcPct val="146666"/>
              </a:lnSpc>
              <a:spcBef>
                <a:spcPts val="0"/>
              </a:spcBef>
              <a:spcAft>
                <a:spcPts val="0"/>
              </a:spcAft>
              <a:buNone/>
            </a:pPr>
            <a:r>
              <a:rPr lang="en-US" sz="1650" b="0" i="0" u="none" strike="noStrike" cap="none" dirty="0">
                <a:solidFill>
                  <a:srgbClr val="E0E0E0"/>
                </a:solidFill>
                <a:latin typeface="Noto Sans JP"/>
                <a:ea typeface="Noto Sans JP"/>
                <a:cs typeface="Noto Sans JP"/>
                <a:sym typeface="Noto Sans JP"/>
              </a:rPr>
              <a:t>・Windows: 「</a:t>
            </a:r>
            <a:r>
              <a:rPr lang="en-US" sz="1650" b="0" i="0" u="none" strike="noStrike" cap="none" dirty="0" err="1">
                <a:solidFill>
                  <a:srgbClr val="E0E0E0"/>
                </a:solidFill>
                <a:latin typeface="Noto Sans JP"/>
                <a:ea typeface="Noto Sans JP"/>
                <a:cs typeface="Noto Sans JP"/>
                <a:sym typeface="Noto Sans JP"/>
              </a:rPr>
              <a:t>Windowsキ</a:t>
            </a:r>
            <a:r>
              <a:rPr lang="en-US" sz="1650" b="0" i="0" u="none" strike="noStrike" cap="none" dirty="0">
                <a:solidFill>
                  <a:srgbClr val="E0E0E0"/>
                </a:solidFill>
                <a:latin typeface="Noto Sans JP"/>
                <a:ea typeface="Noto Sans JP"/>
                <a:cs typeface="Noto Sans JP"/>
                <a:sym typeface="Noto Sans JP"/>
              </a:rPr>
              <a:t>ー + </a:t>
            </a:r>
            <a:r>
              <a:rPr lang="en-US" sz="1650" b="0" i="0" u="none" strike="noStrike" cap="none" dirty="0" err="1">
                <a:solidFill>
                  <a:srgbClr val="E0E0E0"/>
                </a:solidFill>
                <a:latin typeface="Noto Sans JP"/>
                <a:ea typeface="Noto Sans JP"/>
                <a:cs typeface="Noto Sans JP"/>
                <a:sym typeface="Noto Sans JP"/>
              </a:rPr>
              <a:t>P」を押し</a:t>
            </a:r>
            <a:r>
              <a:rPr lang="en-US" sz="1650" b="0" i="0" u="none" strike="noStrike" cap="none" dirty="0">
                <a:solidFill>
                  <a:srgbClr val="E0E0E0"/>
                </a:solidFill>
                <a:latin typeface="Noto Sans JP"/>
                <a:ea typeface="Noto Sans JP"/>
                <a:cs typeface="Noto Sans JP"/>
                <a:sym typeface="Noto Sans JP"/>
              </a:rPr>
              <a:t>、</a:t>
            </a:r>
            <a:r>
              <a:rPr lang="en-US" sz="1650" b="1" i="0" u="none" strike="noStrike" cap="none" dirty="0">
                <a:solidFill>
                  <a:srgbClr val="E0E0E0"/>
                </a:solidFill>
                <a:latin typeface="Noto Sans JP"/>
                <a:ea typeface="Noto Sans JP"/>
                <a:cs typeface="Noto Sans JP"/>
                <a:sym typeface="Noto Sans JP"/>
              </a:rPr>
              <a:t>「</a:t>
            </a:r>
            <a:r>
              <a:rPr lang="en-US" sz="1650" b="1" i="0" u="none" strike="noStrike" cap="none" dirty="0" err="1">
                <a:solidFill>
                  <a:srgbClr val="E0E0E0"/>
                </a:solidFill>
                <a:latin typeface="Noto Sans JP"/>
                <a:ea typeface="Noto Sans JP"/>
                <a:cs typeface="Noto Sans JP"/>
                <a:sym typeface="Noto Sans JP"/>
              </a:rPr>
              <a:t>拡張」</a:t>
            </a:r>
            <a:r>
              <a:rPr lang="en-US" sz="1650" b="0" i="0" u="none" strike="noStrike" cap="none" dirty="0" err="1">
                <a:solidFill>
                  <a:srgbClr val="E0E0E0"/>
                </a:solidFill>
                <a:latin typeface="Noto Sans JP"/>
                <a:ea typeface="Noto Sans JP"/>
                <a:cs typeface="Noto Sans JP"/>
                <a:sym typeface="Noto Sans JP"/>
              </a:rPr>
              <a:t>を選択</a:t>
            </a:r>
            <a:r>
              <a:rPr lang="en-US" sz="1650" b="0" i="0" u="none" strike="noStrike" cap="none" dirty="0">
                <a:solidFill>
                  <a:srgbClr val="E0E0E0"/>
                </a:solidFill>
                <a:latin typeface="Noto Sans JP"/>
                <a:ea typeface="Noto Sans JP"/>
                <a:cs typeface="Noto Sans JP"/>
                <a:sym typeface="Noto Sans JP"/>
              </a:rPr>
              <a:t>。</a:t>
            </a:r>
            <a:br>
              <a:rPr lang="en-US" sz="1800" b="0" i="0" u="none" strike="noStrike" cap="none" dirty="0">
                <a:solidFill>
                  <a:schemeClr val="dk1"/>
                </a:solidFill>
                <a:latin typeface="Calibri"/>
                <a:ea typeface="Calibri"/>
                <a:cs typeface="Calibri"/>
                <a:sym typeface="Calibri"/>
              </a:rPr>
            </a:br>
            <a:br>
              <a:rPr lang="en-US" sz="1800" b="0" i="0" u="none" strike="noStrike" cap="none" dirty="0">
                <a:solidFill>
                  <a:schemeClr val="dk1"/>
                </a:solidFill>
                <a:latin typeface="Calibri"/>
                <a:ea typeface="Calibri"/>
                <a:cs typeface="Calibri"/>
                <a:sym typeface="Calibri"/>
              </a:rPr>
            </a:br>
            <a:r>
              <a:rPr lang="en-US" sz="1650" b="0" i="0" u="none" strike="noStrike" cap="none" dirty="0">
                <a:solidFill>
                  <a:srgbClr val="E0E0E0"/>
                </a:solidFill>
                <a:latin typeface="Noto Sans JP"/>
                <a:ea typeface="Noto Sans JP"/>
                <a:cs typeface="Noto Sans JP"/>
                <a:sym typeface="Noto Sans JP"/>
              </a:rPr>
              <a:t> ・Mac: 「</a:t>
            </a:r>
            <a:r>
              <a:rPr lang="en-US" sz="1650" b="0" i="0" u="none" strike="noStrike" cap="none" dirty="0" err="1">
                <a:solidFill>
                  <a:srgbClr val="E0E0E0"/>
                </a:solidFill>
                <a:latin typeface="Noto Sans JP"/>
                <a:ea typeface="Noto Sans JP"/>
                <a:cs typeface="Noto Sans JP"/>
                <a:sym typeface="Noto Sans JP"/>
              </a:rPr>
              <a:t>システム設定</a:t>
            </a:r>
            <a:r>
              <a:rPr lang="en-US" sz="1650" b="0" i="0" u="none" strike="noStrike" cap="none" dirty="0">
                <a:solidFill>
                  <a:srgbClr val="E0E0E0"/>
                </a:solidFill>
                <a:latin typeface="Noto Sans JP"/>
                <a:ea typeface="Noto Sans JP"/>
                <a:cs typeface="Noto Sans JP"/>
                <a:sym typeface="Noto Sans JP"/>
              </a:rPr>
              <a:t>」＞「</a:t>
            </a:r>
            <a:r>
              <a:rPr lang="en-US" sz="1650" b="0" i="0" u="none" strike="noStrike" cap="none" dirty="0" err="1">
                <a:solidFill>
                  <a:srgbClr val="E0E0E0"/>
                </a:solidFill>
                <a:latin typeface="Noto Sans JP"/>
                <a:ea typeface="Noto Sans JP"/>
                <a:cs typeface="Noto Sans JP"/>
                <a:sym typeface="Noto Sans JP"/>
              </a:rPr>
              <a:t>ディスプレイ」から、プロジェクターを</a:t>
            </a:r>
            <a:r>
              <a:rPr lang="en-US" sz="1650" b="1" i="0" u="none" strike="noStrike" cap="none" dirty="0" err="1">
                <a:solidFill>
                  <a:srgbClr val="E0E0E0"/>
                </a:solidFill>
                <a:latin typeface="Noto Sans JP"/>
                <a:ea typeface="Noto Sans JP"/>
                <a:cs typeface="Noto Sans JP"/>
                <a:sym typeface="Noto Sans JP"/>
              </a:rPr>
              <a:t>「拡張ディスプレイ」</a:t>
            </a:r>
            <a:r>
              <a:rPr lang="en-US" sz="1650" b="0" i="0" u="none" strike="noStrike" cap="none" dirty="0" err="1">
                <a:solidFill>
                  <a:srgbClr val="E0E0E0"/>
                </a:solidFill>
                <a:latin typeface="Noto Sans JP"/>
                <a:ea typeface="Noto Sans JP"/>
                <a:cs typeface="Noto Sans JP"/>
                <a:sym typeface="Noto Sans JP"/>
              </a:rPr>
              <a:t>に設定</a:t>
            </a:r>
            <a:r>
              <a:rPr lang="en-US" sz="1650" b="0" i="0" u="none" strike="noStrike" cap="none" dirty="0">
                <a:solidFill>
                  <a:srgbClr val="E0E0E0"/>
                </a:solidFill>
                <a:latin typeface="Noto Sans JP"/>
                <a:ea typeface="Noto Sans JP"/>
                <a:cs typeface="Noto Sans JP"/>
                <a:sym typeface="Noto Sans JP"/>
              </a:rPr>
              <a:t>。</a:t>
            </a:r>
            <a:endParaRPr dirty="0"/>
          </a:p>
        </p:txBody>
      </p:sp>
      <p:pic>
        <p:nvPicPr>
          <p:cNvPr id="107" name="Google Shape;107;p15" descr="image.png"/>
          <p:cNvPicPr preferRelativeResize="0"/>
          <p:nvPr/>
        </p:nvPicPr>
        <p:blipFill rotWithShape="1">
          <a:blip r:embed="rId6">
            <a:alphaModFix/>
          </a:blip>
          <a:srcRect/>
          <a:stretch/>
        </p:blipFill>
        <p:spPr>
          <a:xfrm>
            <a:off x="6448425" y="2169765"/>
            <a:ext cx="5153025" cy="3581400"/>
          </a:xfrm>
          <a:prstGeom prst="rect">
            <a:avLst/>
          </a:prstGeom>
          <a:noFill/>
          <a:ln>
            <a:noFill/>
          </a:ln>
        </p:spPr>
      </p:pic>
      <p:pic>
        <p:nvPicPr>
          <p:cNvPr id="108" name="Google Shape;108;p15" descr="image.png"/>
          <p:cNvPicPr preferRelativeResize="0"/>
          <p:nvPr/>
        </p:nvPicPr>
        <p:blipFill rotWithShape="1">
          <a:blip r:embed="rId7">
            <a:alphaModFix/>
          </a:blip>
          <a:srcRect/>
          <a:stretch/>
        </p:blipFill>
        <p:spPr>
          <a:xfrm>
            <a:off x="828675" y="3755082"/>
            <a:ext cx="314325" cy="2667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pic>
        <p:nvPicPr>
          <p:cNvPr id="113" name="Google Shape;113;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14" name="Google Shape;114;p16" descr="image.png"/>
          <p:cNvPicPr preferRelativeResize="0"/>
          <p:nvPr/>
        </p:nvPicPr>
        <p:blipFill rotWithShape="1">
          <a:blip r:embed="rId4">
            <a:alphaModFix/>
          </a:blip>
          <a:srcRect/>
          <a:stretch/>
        </p:blipFill>
        <p:spPr>
          <a:xfrm>
            <a:off x="571500" y="1824930"/>
            <a:ext cx="3492549" cy="4486275"/>
          </a:xfrm>
          <a:prstGeom prst="rect">
            <a:avLst/>
          </a:prstGeom>
          <a:noFill/>
          <a:ln>
            <a:noFill/>
          </a:ln>
        </p:spPr>
      </p:pic>
      <p:pic>
        <p:nvPicPr>
          <p:cNvPr id="115" name="Google Shape;115;p16" descr="image.png"/>
          <p:cNvPicPr preferRelativeResize="0"/>
          <p:nvPr/>
        </p:nvPicPr>
        <p:blipFill rotWithShape="1">
          <a:blip r:embed="rId5">
            <a:alphaModFix/>
          </a:blip>
          <a:srcRect/>
          <a:stretch/>
        </p:blipFill>
        <p:spPr>
          <a:xfrm>
            <a:off x="4349799" y="1824930"/>
            <a:ext cx="3492549" cy="4486275"/>
          </a:xfrm>
          <a:prstGeom prst="rect">
            <a:avLst/>
          </a:prstGeom>
          <a:noFill/>
          <a:ln>
            <a:noFill/>
          </a:ln>
        </p:spPr>
      </p:pic>
      <p:pic>
        <p:nvPicPr>
          <p:cNvPr id="116" name="Google Shape;116;p16" descr="image.png"/>
          <p:cNvPicPr preferRelativeResize="0"/>
          <p:nvPr/>
        </p:nvPicPr>
        <p:blipFill rotWithShape="1">
          <a:blip r:embed="rId6">
            <a:alphaModFix/>
          </a:blip>
          <a:srcRect/>
          <a:stretch/>
        </p:blipFill>
        <p:spPr>
          <a:xfrm>
            <a:off x="8128099" y="1824930"/>
            <a:ext cx="3492549" cy="4486275"/>
          </a:xfrm>
          <a:prstGeom prst="rect">
            <a:avLst/>
          </a:prstGeom>
          <a:noFill/>
          <a:ln>
            <a:noFill/>
          </a:ln>
        </p:spPr>
      </p:pic>
      <p:sp>
        <p:nvSpPr>
          <p:cNvPr id="117" name="Google Shape;117;p16"/>
          <p:cNvSpPr txBox="1"/>
          <p:nvPr/>
        </p:nvSpPr>
        <p:spPr>
          <a:xfrm>
            <a:off x="571500" y="476250"/>
            <a:ext cx="11601450" cy="58668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600" b="1" i="0" u="none" strike="noStrike" cap="none">
                <a:solidFill>
                  <a:srgbClr val="FFFFFF"/>
                </a:solidFill>
                <a:latin typeface="Noto Sans JP"/>
                <a:ea typeface="Noto Sans JP"/>
                <a:cs typeface="Noto Sans JP"/>
                <a:sym typeface="Noto Sans JP"/>
              </a:rPr>
              <a:t>1台のPCで完璧に運用する「3つの鉄則」</a:t>
            </a:r>
            <a:endParaRPr/>
          </a:p>
        </p:txBody>
      </p:sp>
      <p:sp>
        <p:nvSpPr>
          <p:cNvPr id="118" name="Google Shape;118;p16"/>
          <p:cNvSpPr/>
          <p:nvPr/>
        </p:nvSpPr>
        <p:spPr>
          <a:xfrm>
            <a:off x="571500" y="1120080"/>
            <a:ext cx="11049000" cy="38100"/>
          </a:xfrm>
          <a:prstGeom prst="rect">
            <a:avLst/>
          </a:prstGeom>
          <a:solidFill>
            <a:srgbClr val="3498D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9" name="Google Shape;119;p16"/>
          <p:cNvSpPr txBox="1"/>
          <p:nvPr/>
        </p:nvSpPr>
        <p:spPr>
          <a:xfrm>
            <a:off x="854232" y="3177480"/>
            <a:ext cx="2927084" cy="762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F1C40F"/>
                </a:solidFill>
                <a:latin typeface="Noto Sans JP"/>
                <a:ea typeface="Noto Sans JP"/>
                <a:cs typeface="Noto Sans JP"/>
                <a:sym typeface="Noto Sans JP"/>
              </a:rPr>
              <a:t>1. ウィンドウを分ける</a:t>
            </a:r>
            <a:endParaRPr/>
          </a:p>
        </p:txBody>
      </p:sp>
      <p:sp>
        <p:nvSpPr>
          <p:cNvPr id="120" name="Google Shape;120;p16"/>
          <p:cNvSpPr txBox="1"/>
          <p:nvPr/>
        </p:nvSpPr>
        <p:spPr>
          <a:xfrm>
            <a:off x="864933" y="4129980"/>
            <a:ext cx="2927084" cy="1828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rgbClr val="CCCCCC"/>
                </a:solidFill>
                <a:latin typeface="Noto Sans JP"/>
                <a:ea typeface="Noto Sans JP"/>
                <a:cs typeface="Noto Sans JP"/>
                <a:sym typeface="Noto Sans JP"/>
              </a:rPr>
              <a:t>ブラウザの「ウィンドウ」を2つ立ち上げます。1つで「管理画面」を開いて手元に置き、もう1つで「スクリーン画面」を開いてプロジェクター側へ移動させます。</a:t>
            </a:r>
            <a:endParaRPr dirty="0"/>
          </a:p>
        </p:txBody>
      </p:sp>
      <p:sp>
        <p:nvSpPr>
          <p:cNvPr id="121" name="Google Shape;121;p16"/>
          <p:cNvSpPr txBox="1"/>
          <p:nvPr/>
        </p:nvSpPr>
        <p:spPr>
          <a:xfrm>
            <a:off x="4632532" y="3177480"/>
            <a:ext cx="2927084" cy="762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F1C40F"/>
                </a:solidFill>
                <a:latin typeface="Noto Sans JP"/>
                <a:ea typeface="Noto Sans JP"/>
                <a:cs typeface="Noto Sans JP"/>
                <a:sym typeface="Noto Sans JP"/>
              </a:rPr>
              <a:t>2. 全画面＆1回クリック</a:t>
            </a:r>
            <a:endParaRPr/>
          </a:p>
        </p:txBody>
      </p:sp>
      <p:sp>
        <p:nvSpPr>
          <p:cNvPr id="122" name="Google Shape;122;p16"/>
          <p:cNvSpPr txBox="1"/>
          <p:nvPr/>
        </p:nvSpPr>
        <p:spPr>
          <a:xfrm>
            <a:off x="4662896" y="4129980"/>
            <a:ext cx="2927084" cy="1828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rgbClr val="CCCCCC"/>
                </a:solidFill>
                <a:latin typeface="Noto Sans JP"/>
                <a:ea typeface="Noto Sans JP"/>
                <a:cs typeface="Noto Sans JP"/>
                <a:sym typeface="Noto Sans JP"/>
              </a:rPr>
              <a:t>プロジェクター側のスクリーン画面を全画面表示にします。その後、</a:t>
            </a:r>
            <a:r>
              <a:rPr lang="en-US" sz="1500" b="1" i="0" u="none" strike="noStrike" cap="none" dirty="0">
                <a:solidFill>
                  <a:srgbClr val="E74C3C"/>
                </a:solidFill>
                <a:latin typeface="Noto Sans JP"/>
                <a:ea typeface="Noto Sans JP"/>
                <a:cs typeface="Noto Sans JP"/>
                <a:sym typeface="Noto Sans JP"/>
              </a:rPr>
              <a:t>必ずマウスで画面のどこかを1回クリック</a:t>
            </a:r>
            <a:r>
              <a:rPr lang="en-US" sz="1500" b="0" i="0" u="none" strike="noStrike" cap="none" dirty="0">
                <a:solidFill>
                  <a:srgbClr val="CCCCCC"/>
                </a:solidFill>
                <a:latin typeface="Noto Sans JP"/>
                <a:ea typeface="Noto Sans JP"/>
                <a:cs typeface="Noto Sans JP"/>
                <a:sym typeface="Noto Sans JP"/>
              </a:rPr>
              <a:t>してください。（</a:t>
            </a:r>
            <a:r>
              <a:rPr lang="en-US" sz="1500" b="0" i="0" u="none" strike="noStrike" cap="none" dirty="0" err="1">
                <a:solidFill>
                  <a:srgbClr val="CCCCCC"/>
                </a:solidFill>
                <a:latin typeface="Noto Sans JP"/>
                <a:ea typeface="Noto Sans JP"/>
                <a:cs typeface="Noto Sans JP"/>
                <a:sym typeface="Noto Sans JP"/>
              </a:rPr>
              <a:t>音を鳴らすための必須操作です</a:t>
            </a:r>
            <a:r>
              <a:rPr lang="en-US" sz="1500" b="0" i="0" u="none" strike="noStrike" cap="none" dirty="0">
                <a:solidFill>
                  <a:srgbClr val="CCCCCC"/>
                </a:solidFill>
                <a:latin typeface="Noto Sans JP"/>
                <a:ea typeface="Noto Sans JP"/>
                <a:cs typeface="Noto Sans JP"/>
                <a:sym typeface="Noto Sans JP"/>
              </a:rPr>
              <a:t>）</a:t>
            </a:r>
            <a:endParaRPr dirty="0"/>
          </a:p>
        </p:txBody>
      </p:sp>
      <p:sp>
        <p:nvSpPr>
          <p:cNvPr id="123" name="Google Shape;123;p16"/>
          <p:cNvSpPr txBox="1"/>
          <p:nvPr/>
        </p:nvSpPr>
        <p:spPr>
          <a:xfrm>
            <a:off x="8410831" y="3177480"/>
            <a:ext cx="2927084" cy="381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F1C40F"/>
                </a:solidFill>
                <a:latin typeface="Noto Sans JP"/>
                <a:ea typeface="Noto Sans JP"/>
                <a:cs typeface="Noto Sans JP"/>
                <a:sym typeface="Noto Sans JP"/>
              </a:rPr>
              <a:t>3. 音声の出力先確認</a:t>
            </a:r>
            <a:endParaRPr/>
          </a:p>
        </p:txBody>
      </p:sp>
      <p:sp>
        <p:nvSpPr>
          <p:cNvPr id="124" name="Google Shape;124;p16"/>
          <p:cNvSpPr txBox="1"/>
          <p:nvPr/>
        </p:nvSpPr>
        <p:spPr>
          <a:xfrm>
            <a:off x="8410831" y="3742789"/>
            <a:ext cx="2927084" cy="221599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rgbClr val="CCCCCC"/>
                </a:solidFill>
                <a:latin typeface="Noto Sans JP"/>
                <a:ea typeface="Noto Sans JP"/>
                <a:cs typeface="Noto Sans JP"/>
                <a:sym typeface="Noto Sans JP"/>
              </a:rPr>
              <a:t>PCとプロジェクターをHDMI等で繋ぐと、出力先がプロジェクターの小さなスピーカーに変わることがあります。会場のスピーカーから音が出るよう、PCのサウンド設定を確認しましょう。</a:t>
            </a:r>
            <a:endParaRPr dirty="0"/>
          </a:p>
        </p:txBody>
      </p:sp>
      <p:pic>
        <p:nvPicPr>
          <p:cNvPr id="125" name="Google Shape;125;p16" descr="image.png"/>
          <p:cNvPicPr preferRelativeResize="0"/>
          <p:nvPr/>
        </p:nvPicPr>
        <p:blipFill rotWithShape="1">
          <a:blip r:embed="rId7">
            <a:alphaModFix/>
          </a:blip>
          <a:srcRect/>
          <a:stretch/>
        </p:blipFill>
        <p:spPr>
          <a:xfrm>
            <a:off x="2055762" y="2329755"/>
            <a:ext cx="523875" cy="523875"/>
          </a:xfrm>
          <a:prstGeom prst="rect">
            <a:avLst/>
          </a:prstGeom>
          <a:noFill/>
          <a:ln>
            <a:noFill/>
          </a:ln>
        </p:spPr>
      </p:pic>
      <p:pic>
        <p:nvPicPr>
          <p:cNvPr id="126" name="Google Shape;126;p16" descr="image.png"/>
          <p:cNvPicPr preferRelativeResize="0"/>
          <p:nvPr/>
        </p:nvPicPr>
        <p:blipFill rotWithShape="1">
          <a:blip r:embed="rId8">
            <a:alphaModFix/>
          </a:blip>
          <a:srcRect/>
          <a:stretch/>
        </p:blipFill>
        <p:spPr>
          <a:xfrm>
            <a:off x="5900737" y="2329755"/>
            <a:ext cx="390525" cy="523875"/>
          </a:xfrm>
          <a:prstGeom prst="rect">
            <a:avLst/>
          </a:prstGeom>
          <a:noFill/>
          <a:ln>
            <a:noFill/>
          </a:ln>
        </p:spPr>
      </p:pic>
      <p:pic>
        <p:nvPicPr>
          <p:cNvPr id="127" name="Google Shape;127;p16" descr="image.png"/>
          <p:cNvPicPr preferRelativeResize="0"/>
          <p:nvPr/>
        </p:nvPicPr>
        <p:blipFill rotWithShape="1">
          <a:blip r:embed="rId9">
            <a:alphaModFix/>
          </a:blip>
          <a:srcRect/>
          <a:stretch/>
        </p:blipFill>
        <p:spPr>
          <a:xfrm>
            <a:off x="9545687" y="2329755"/>
            <a:ext cx="657225" cy="5238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203"/>
        <p:cNvGrpSpPr/>
        <p:nvPr/>
      </p:nvGrpSpPr>
      <p:grpSpPr>
        <a:xfrm>
          <a:off x="0" y="0"/>
          <a:ext cx="0" cy="0"/>
          <a:chOff x="0" y="0"/>
          <a:chExt cx="0" cy="0"/>
        </a:xfrm>
      </p:grpSpPr>
      <p:pic>
        <p:nvPicPr>
          <p:cNvPr id="204" name="Google Shape;204;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05" name="Google Shape;205;p22" descr="image.png"/>
          <p:cNvPicPr preferRelativeResize="0"/>
          <p:nvPr/>
        </p:nvPicPr>
        <p:blipFill rotWithShape="1">
          <a:blip r:embed="rId4">
            <a:alphaModFix/>
          </a:blip>
          <a:srcRect/>
          <a:stretch/>
        </p:blipFill>
        <p:spPr>
          <a:xfrm>
            <a:off x="571500" y="1638300"/>
            <a:ext cx="11049000" cy="4648200"/>
          </a:xfrm>
          <a:prstGeom prst="rect">
            <a:avLst/>
          </a:prstGeom>
          <a:noFill/>
          <a:ln>
            <a:noFill/>
          </a:ln>
        </p:spPr>
      </p:pic>
      <p:sp>
        <p:nvSpPr>
          <p:cNvPr id="206" name="Google Shape;206;p22"/>
          <p:cNvSpPr txBox="1"/>
          <p:nvPr/>
        </p:nvSpPr>
        <p:spPr>
          <a:xfrm>
            <a:off x="571500" y="5737919"/>
            <a:ext cx="11049000" cy="33516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650" b="0" i="1" u="none" strike="noStrike" cap="none">
                <a:solidFill>
                  <a:srgbClr val="CBD5E1"/>
                </a:solidFill>
                <a:latin typeface="Lato"/>
                <a:ea typeface="Lato"/>
                <a:cs typeface="Lato"/>
                <a:sym typeface="Lato"/>
              </a:rPr>
              <a:t>Firebase Realtime Databaseの活用により、低遅延での同期を実現しています。</a:t>
            </a:r>
            <a:endParaRPr/>
          </a:p>
        </p:txBody>
      </p:sp>
      <p:sp>
        <p:nvSpPr>
          <p:cNvPr id="207" name="Google Shape;207;p22"/>
          <p:cNvSpPr txBox="1"/>
          <p:nvPr/>
        </p:nvSpPr>
        <p:spPr>
          <a:xfrm>
            <a:off x="800100" y="571500"/>
            <a:ext cx="11361420" cy="685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0" i="0" u="none" strike="noStrike" cap="none">
                <a:solidFill>
                  <a:srgbClr val="F8FAFC"/>
                </a:solidFill>
                <a:latin typeface="Poppins SemiBold"/>
                <a:ea typeface="Poppins SemiBold"/>
                <a:cs typeface="Poppins SemiBold"/>
                <a:sym typeface="Poppins SemiBold"/>
              </a:rPr>
              <a:t>システムパフォーマンス目標</a:t>
            </a:r>
            <a:endParaRPr/>
          </a:p>
        </p:txBody>
      </p:sp>
      <p:sp>
        <p:nvSpPr>
          <p:cNvPr id="208" name="Google Shape;208;p22"/>
          <p:cNvSpPr/>
          <p:nvPr/>
        </p:nvSpPr>
        <p:spPr>
          <a:xfrm>
            <a:off x="571500" y="571500"/>
            <a:ext cx="76200" cy="6858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212"/>
        <p:cNvGrpSpPr/>
        <p:nvPr/>
      </p:nvGrpSpPr>
      <p:grpSpPr>
        <a:xfrm>
          <a:off x="0" y="0"/>
          <a:ext cx="0" cy="0"/>
          <a:chOff x="0" y="0"/>
          <a:chExt cx="0" cy="0"/>
        </a:xfrm>
      </p:grpSpPr>
      <p:pic>
        <p:nvPicPr>
          <p:cNvPr id="213" name="Google Shape;213;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14" name="Google Shape;214;p23"/>
          <p:cNvSpPr txBox="1"/>
          <p:nvPr/>
        </p:nvSpPr>
        <p:spPr>
          <a:xfrm>
            <a:off x="571500" y="3512939"/>
            <a:ext cx="5500687"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F8FAFC"/>
                </a:solidFill>
                <a:latin typeface="Poppins"/>
                <a:ea typeface="Poppins"/>
                <a:cs typeface="Poppins"/>
                <a:sym typeface="Poppins"/>
              </a:rPr>
              <a:t>画面が表示されない</a:t>
            </a:r>
            <a:endParaRPr/>
          </a:p>
        </p:txBody>
      </p:sp>
      <p:sp>
        <p:nvSpPr>
          <p:cNvPr id="215" name="Google Shape;215;p23"/>
          <p:cNvSpPr txBox="1"/>
          <p:nvPr/>
        </p:nvSpPr>
        <p:spPr>
          <a:xfrm>
            <a:off x="571500" y="3998714"/>
            <a:ext cx="5238750"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CBD5E1"/>
                </a:solidFill>
                <a:latin typeface="Lato"/>
                <a:ea typeface="Lato"/>
                <a:cs typeface="Lato"/>
                <a:sym typeface="Lato"/>
              </a:rPr>
              <a:t>404エラーの場合はURL末尾を確認。変更直後ならCtrl+F5でキャッシュをクリアしてください。</a:t>
            </a:r>
            <a:endParaRPr/>
          </a:p>
        </p:txBody>
      </p:sp>
      <p:sp>
        <p:nvSpPr>
          <p:cNvPr id="216" name="Google Shape;216;p23"/>
          <p:cNvSpPr txBox="1"/>
          <p:nvPr/>
        </p:nvSpPr>
        <p:spPr>
          <a:xfrm>
            <a:off x="6381750" y="3512939"/>
            <a:ext cx="5500687"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F8FAFC"/>
                </a:solidFill>
                <a:latin typeface="Poppins"/>
                <a:ea typeface="Poppins"/>
                <a:cs typeface="Poppins"/>
                <a:sym typeface="Poppins"/>
              </a:rPr>
              <a:t>データを消去したい</a:t>
            </a:r>
            <a:endParaRPr/>
          </a:p>
        </p:txBody>
      </p:sp>
      <p:sp>
        <p:nvSpPr>
          <p:cNvPr id="217" name="Google Shape;217;p23"/>
          <p:cNvSpPr txBox="1"/>
          <p:nvPr/>
        </p:nvSpPr>
        <p:spPr>
          <a:xfrm>
            <a:off x="6381750" y="3998714"/>
            <a:ext cx="5238750"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CBD5E1"/>
                </a:solidFill>
                <a:latin typeface="Lato"/>
                <a:ea typeface="Lato"/>
                <a:cs typeface="Lato"/>
                <a:sym typeface="Lato"/>
              </a:rPr>
              <a:t>管理画面最下部の「Reset Data」を実行してください。参加者とスコアがすべてリセットされます。</a:t>
            </a:r>
            <a:endParaRPr/>
          </a:p>
        </p:txBody>
      </p:sp>
      <p:pic>
        <p:nvPicPr>
          <p:cNvPr id="218" name="Google Shape;218;p23" descr="image.png"/>
          <p:cNvPicPr preferRelativeResize="0"/>
          <p:nvPr/>
        </p:nvPicPr>
        <p:blipFill rotWithShape="1">
          <a:blip r:embed="rId4">
            <a:alphaModFix/>
          </a:blip>
          <a:srcRect/>
          <a:stretch/>
        </p:blipFill>
        <p:spPr>
          <a:xfrm>
            <a:off x="571500" y="3084314"/>
            <a:ext cx="304800" cy="304800"/>
          </a:xfrm>
          <a:prstGeom prst="rect">
            <a:avLst/>
          </a:prstGeom>
          <a:noFill/>
          <a:ln>
            <a:noFill/>
          </a:ln>
        </p:spPr>
      </p:pic>
      <p:pic>
        <p:nvPicPr>
          <p:cNvPr id="219" name="Google Shape;219;p23" descr="image.png"/>
          <p:cNvPicPr preferRelativeResize="0"/>
          <p:nvPr/>
        </p:nvPicPr>
        <p:blipFill rotWithShape="1">
          <a:blip r:embed="rId5">
            <a:alphaModFix/>
          </a:blip>
          <a:srcRect/>
          <a:stretch/>
        </p:blipFill>
        <p:spPr>
          <a:xfrm>
            <a:off x="6381750" y="3084314"/>
            <a:ext cx="266700" cy="304800"/>
          </a:xfrm>
          <a:prstGeom prst="rect">
            <a:avLst/>
          </a:prstGeom>
          <a:noFill/>
          <a:ln>
            <a:noFill/>
          </a:ln>
        </p:spPr>
      </p:pic>
      <p:sp>
        <p:nvSpPr>
          <p:cNvPr id="220" name="Google Shape;220;p23"/>
          <p:cNvSpPr txBox="1"/>
          <p:nvPr/>
        </p:nvSpPr>
        <p:spPr>
          <a:xfrm>
            <a:off x="800100" y="571500"/>
            <a:ext cx="11361420" cy="685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0" i="0" u="none" strike="noStrike" cap="none">
                <a:solidFill>
                  <a:srgbClr val="F8FAFC"/>
                </a:solidFill>
                <a:latin typeface="Poppins SemiBold"/>
                <a:ea typeface="Poppins SemiBold"/>
                <a:cs typeface="Poppins SemiBold"/>
                <a:sym typeface="Poppins SemiBold"/>
              </a:rPr>
              <a:t>トラブルシューティング</a:t>
            </a:r>
            <a:endParaRPr/>
          </a:p>
        </p:txBody>
      </p:sp>
      <p:sp>
        <p:nvSpPr>
          <p:cNvPr id="221" name="Google Shape;221;p23"/>
          <p:cNvSpPr/>
          <p:nvPr/>
        </p:nvSpPr>
        <p:spPr>
          <a:xfrm>
            <a:off x="571500" y="571500"/>
            <a:ext cx="76200" cy="6858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225"/>
        <p:cNvGrpSpPr/>
        <p:nvPr/>
      </p:nvGrpSpPr>
      <p:grpSpPr>
        <a:xfrm>
          <a:off x="0" y="0"/>
          <a:ext cx="0" cy="0"/>
          <a:chOff x="0" y="0"/>
          <a:chExt cx="0" cy="0"/>
        </a:xfrm>
      </p:grpSpPr>
      <p:pic>
        <p:nvPicPr>
          <p:cNvPr id="226" name="Google Shape;226;p2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28" name="Google Shape;228;p24"/>
          <p:cNvSpPr txBox="1"/>
          <p:nvPr/>
        </p:nvSpPr>
        <p:spPr>
          <a:xfrm>
            <a:off x="88797" y="4043209"/>
            <a:ext cx="11601450" cy="914096"/>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ja-JP" altLang="en-US" sz="5400" b="1" i="0" u="none" strike="noStrike" cap="none" dirty="0">
                <a:solidFill>
                  <a:srgbClr val="10B981"/>
                </a:solidFill>
                <a:latin typeface="Poppins"/>
                <a:ea typeface="Poppins"/>
                <a:cs typeface="Poppins"/>
                <a:sym typeface="Poppins"/>
              </a:rPr>
              <a:t>以上</a:t>
            </a:r>
            <a:endParaRPr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595</Words>
  <Application>Microsoft Office PowerPoint</Application>
  <PresentationFormat>ワイド画面</PresentationFormat>
  <Paragraphs>98</Paragraphs>
  <Slides>20</Slides>
  <Notes>20</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20</vt:i4>
      </vt:variant>
    </vt:vector>
  </HeadingPairs>
  <TitlesOfParts>
    <vt:vector size="28" baseType="lpstr">
      <vt:lpstr>Poppins</vt:lpstr>
      <vt:lpstr>Lato</vt:lpstr>
      <vt:lpstr>Calibri</vt:lpstr>
      <vt:lpstr>Noto Serif JP</vt:lpstr>
      <vt:lpstr>Noto Sans JP</vt:lpstr>
      <vt:lpstr>Poppins SemiBold</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Sakamoto Haruhiko</dc:creator>
  <cp:lastModifiedBy>坂本 晴彦</cp:lastModifiedBy>
  <cp:revision>3</cp:revision>
  <dcterms:modified xsi:type="dcterms:W3CDTF">2026-03-25T00:19:45Z</dcterms:modified>
</cp:coreProperties>
</file>